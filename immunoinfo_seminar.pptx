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73" r:id="rId11"/>
    <p:sldId id="266" r:id="rId12"/>
    <p:sldId id="272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32B"/>
    <a:srgbClr val="001F3F"/>
    <a:srgbClr val="0A2342"/>
    <a:srgbClr val="1B263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75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221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6789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286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290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31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09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530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780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70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829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61033-1B00-4FA6-910F-4E9F85D029D6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F365B-5D50-4DF2-97F5-B45A3EAA7C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99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7.jpg"/><Relationship Id="rId5" Type="http://schemas.microsoft.com/office/2007/relationships/hdphoto" Target="../media/hdphoto2.wdp"/><Relationship Id="rId10" Type="http://schemas.openxmlformats.org/officeDocument/2006/relationships/image" Target="../media/image6.jpeg"/><Relationship Id="rId4" Type="http://schemas.openxmlformats.org/officeDocument/2006/relationships/image" Target="../media/image3.png"/><Relationship Id="rId9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5.wdp"/><Relationship Id="rId7" Type="http://schemas.microsoft.com/office/2007/relationships/hdphoto" Target="../media/hdphoto7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6.wdp"/><Relationship Id="rId10" Type="http://schemas.microsoft.com/office/2007/relationships/hdphoto" Target="../media/hdphoto8.wdp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1D5C7-2B2E-2911-AF10-5AEB01DBC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4FDA61C-AE21-978D-47C1-A2312A3AABA1}"/>
              </a:ext>
            </a:extLst>
          </p:cNvPr>
          <p:cNvSpPr/>
          <p:nvPr/>
        </p:nvSpPr>
        <p:spPr>
          <a:xfrm>
            <a:off x="6304416" y="2833811"/>
            <a:ext cx="2801504" cy="2815863"/>
          </a:xfrm>
          <a:custGeom>
            <a:avLst/>
            <a:gdLst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235200 w 2579254"/>
              <a:gd name="csY54" fmla="*/ 1041400 h 2133600"/>
              <a:gd name="csX55" fmla="*/ 2044700 w 2579254"/>
              <a:gd name="csY55" fmla="*/ 838200 h 2133600"/>
              <a:gd name="csX56" fmla="*/ 2006600 w 2579254"/>
              <a:gd name="csY56" fmla="*/ 825500 h 2133600"/>
              <a:gd name="csX57" fmla="*/ 1905000 w 2579254"/>
              <a:gd name="csY57" fmla="*/ 850900 h 2133600"/>
              <a:gd name="csX58" fmla="*/ 1790700 w 2579254"/>
              <a:gd name="csY58" fmla="*/ 1028700 h 2133600"/>
              <a:gd name="csX59" fmla="*/ 1803400 w 2579254"/>
              <a:gd name="csY59" fmla="*/ 1244600 h 2133600"/>
              <a:gd name="csX60" fmla="*/ 1905000 w 2579254"/>
              <a:gd name="csY60" fmla="*/ 1397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235200 w 2579254"/>
              <a:gd name="csY54" fmla="*/ 1041400 h 2133600"/>
              <a:gd name="csX55" fmla="*/ 2044700 w 2579254"/>
              <a:gd name="csY55" fmla="*/ 838200 h 2133600"/>
              <a:gd name="csX56" fmla="*/ 2006600 w 2579254"/>
              <a:gd name="csY56" fmla="*/ 825500 h 2133600"/>
              <a:gd name="csX57" fmla="*/ 1905000 w 2579254"/>
              <a:gd name="csY57" fmla="*/ 850900 h 2133600"/>
              <a:gd name="csX58" fmla="*/ 1790700 w 2579254"/>
              <a:gd name="csY58" fmla="*/ 1028700 h 2133600"/>
              <a:gd name="csX59" fmla="*/ 1803400 w 2579254"/>
              <a:gd name="csY59" fmla="*/ 12446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235200 w 2579254"/>
              <a:gd name="csY54" fmla="*/ 1041400 h 2133600"/>
              <a:gd name="csX55" fmla="*/ 2044700 w 2579254"/>
              <a:gd name="csY55" fmla="*/ 838200 h 2133600"/>
              <a:gd name="csX56" fmla="*/ 2006600 w 2579254"/>
              <a:gd name="csY56" fmla="*/ 825500 h 2133600"/>
              <a:gd name="csX57" fmla="*/ 1905000 w 2579254"/>
              <a:gd name="csY57" fmla="*/ 850900 h 2133600"/>
              <a:gd name="csX58" fmla="*/ 1727200 w 2579254"/>
              <a:gd name="csY58" fmla="*/ 1206500 h 2133600"/>
              <a:gd name="csX59" fmla="*/ 1803400 w 2579254"/>
              <a:gd name="csY59" fmla="*/ 12446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235200 w 2579254"/>
              <a:gd name="csY54" fmla="*/ 1041400 h 2133600"/>
              <a:gd name="csX55" fmla="*/ 2044700 w 2579254"/>
              <a:gd name="csY55" fmla="*/ 838200 h 2133600"/>
              <a:gd name="csX56" fmla="*/ 2006600 w 2579254"/>
              <a:gd name="csY56" fmla="*/ 825500 h 2133600"/>
              <a:gd name="csX57" fmla="*/ 1905000 w 2579254"/>
              <a:gd name="csY57" fmla="*/ 8509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235200 w 2579254"/>
              <a:gd name="csY54" fmla="*/ 1041400 h 2133600"/>
              <a:gd name="csX55" fmla="*/ 2044700 w 2579254"/>
              <a:gd name="csY55" fmla="*/ 838200 h 2133600"/>
              <a:gd name="csX56" fmla="*/ 2006600 w 2579254"/>
              <a:gd name="csY56" fmla="*/ 8255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235200 w 2579254"/>
              <a:gd name="csY54" fmla="*/ 1041400 h 2133600"/>
              <a:gd name="csX55" fmla="*/ 2044700 w 2579254"/>
              <a:gd name="csY55" fmla="*/ 8382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070100 w 2579254"/>
              <a:gd name="csY54" fmla="*/ 1155700 h 2133600"/>
              <a:gd name="csX55" fmla="*/ 2044700 w 2579254"/>
              <a:gd name="csY55" fmla="*/ 8382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070100 w 2579254"/>
              <a:gd name="csY54" fmla="*/ 11557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584200 w 2579254"/>
              <a:gd name="csY18" fmla="*/ 19050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673100 w 2579254"/>
              <a:gd name="csY17" fmla="*/ 1879600 h 2133600"/>
              <a:gd name="csX18" fmla="*/ 584200 w 2579254"/>
              <a:gd name="csY18" fmla="*/ 19050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749300 w 2579254"/>
              <a:gd name="csY16" fmla="*/ 1676400 h 2133600"/>
              <a:gd name="csX17" fmla="*/ 673100 w 2579254"/>
              <a:gd name="csY17" fmla="*/ 1879600 h 2133600"/>
              <a:gd name="csX18" fmla="*/ 584200 w 2579254"/>
              <a:gd name="csY18" fmla="*/ 19050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635000 w 2579254"/>
              <a:gd name="csY13" fmla="*/ 14605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749300 w 2579254"/>
              <a:gd name="csY16" fmla="*/ 1676400 h 2133600"/>
              <a:gd name="csX17" fmla="*/ 673100 w 2579254"/>
              <a:gd name="csY17" fmla="*/ 1879600 h 2133600"/>
              <a:gd name="csX18" fmla="*/ 584200 w 2579254"/>
              <a:gd name="csY18" fmla="*/ 19050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635000 w 2579254"/>
              <a:gd name="csY13" fmla="*/ 1460500 h 2133600"/>
              <a:gd name="csX14" fmla="*/ 977900 w 2579254"/>
              <a:gd name="csY14" fmla="*/ 1295400 h 2133600"/>
              <a:gd name="csX15" fmla="*/ 787400 w 2579254"/>
              <a:gd name="csY15" fmla="*/ 1511300 h 2133600"/>
              <a:gd name="csX16" fmla="*/ 749300 w 2579254"/>
              <a:gd name="csY16" fmla="*/ 1676400 h 2133600"/>
              <a:gd name="csX17" fmla="*/ 673100 w 2579254"/>
              <a:gd name="csY17" fmla="*/ 1879600 h 2133600"/>
              <a:gd name="csX18" fmla="*/ 584200 w 2579254"/>
              <a:gd name="csY18" fmla="*/ 19050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635000 w 2579254"/>
              <a:gd name="csY13" fmla="*/ 1460500 h 2133600"/>
              <a:gd name="csX14" fmla="*/ 711200 w 2579254"/>
              <a:gd name="csY14" fmla="*/ 1549400 h 2133600"/>
              <a:gd name="csX15" fmla="*/ 787400 w 2579254"/>
              <a:gd name="csY15" fmla="*/ 1511300 h 2133600"/>
              <a:gd name="csX16" fmla="*/ 749300 w 2579254"/>
              <a:gd name="csY16" fmla="*/ 1676400 h 2133600"/>
              <a:gd name="csX17" fmla="*/ 673100 w 2579254"/>
              <a:gd name="csY17" fmla="*/ 1879600 h 2133600"/>
              <a:gd name="csX18" fmla="*/ 584200 w 2579254"/>
              <a:gd name="csY18" fmla="*/ 19050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57200 w 2579254"/>
              <a:gd name="csY22" fmla="*/ 12446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482600 w 2579254"/>
              <a:gd name="csY10" fmla="*/ 1257300 h 2133600"/>
              <a:gd name="csX11" fmla="*/ 482600 w 2579254"/>
              <a:gd name="csY11" fmla="*/ 1257300 h 2133600"/>
              <a:gd name="csX12" fmla="*/ 520700 w 2579254"/>
              <a:gd name="csY12" fmla="*/ 1282700 h 2133600"/>
              <a:gd name="csX13" fmla="*/ 635000 w 2579254"/>
              <a:gd name="csY13" fmla="*/ 1460500 h 2133600"/>
              <a:gd name="csX14" fmla="*/ 711200 w 2579254"/>
              <a:gd name="csY14" fmla="*/ 1549400 h 2133600"/>
              <a:gd name="csX15" fmla="*/ 787400 w 2579254"/>
              <a:gd name="csY15" fmla="*/ 1511300 h 2133600"/>
              <a:gd name="csX16" fmla="*/ 749300 w 2579254"/>
              <a:gd name="csY16" fmla="*/ 1676400 h 2133600"/>
              <a:gd name="csX17" fmla="*/ 673100 w 2579254"/>
              <a:gd name="csY17" fmla="*/ 1879600 h 2133600"/>
              <a:gd name="csX18" fmla="*/ 584200 w 2579254"/>
              <a:gd name="csY18" fmla="*/ 1905000 h 2133600"/>
              <a:gd name="csX19" fmla="*/ 330200 w 2579254"/>
              <a:gd name="csY19" fmla="*/ 1816100 h 2133600"/>
              <a:gd name="csX20" fmla="*/ 152400 w 2579254"/>
              <a:gd name="csY20" fmla="*/ 1638300 h 2133600"/>
              <a:gd name="csX21" fmla="*/ 520700 w 2579254"/>
              <a:gd name="csY21" fmla="*/ 1308100 h 2133600"/>
              <a:gd name="csX22" fmla="*/ 406400 w 2579254"/>
              <a:gd name="csY22" fmla="*/ 13081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146300 w 2579254"/>
              <a:gd name="csY54" fmla="*/ 1079500 h 2133600"/>
              <a:gd name="csX55" fmla="*/ 2032000 w 2579254"/>
              <a:gd name="csY55" fmla="*/ 1028700 h 2133600"/>
              <a:gd name="csX56" fmla="*/ 2019300 w 2579254"/>
              <a:gd name="csY56" fmla="*/ 1003300 h 2133600"/>
              <a:gd name="csX57" fmla="*/ 1879600 w 2579254"/>
              <a:gd name="csY57" fmla="*/ 1079500 h 2133600"/>
              <a:gd name="csX58" fmla="*/ 1727200 w 2579254"/>
              <a:gd name="csY58" fmla="*/ 1206500 h 2133600"/>
              <a:gd name="csX59" fmla="*/ 1739900 w 2579254"/>
              <a:gd name="csY59" fmla="*/ 1219200 h 2133600"/>
              <a:gd name="csX60" fmla="*/ 1790700 w 2579254"/>
              <a:gd name="csY60" fmla="*/ 1524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  <a:gd name="csX0" fmla="*/ 218591 w 2594645"/>
              <a:gd name="csY0" fmla="*/ 0 h 2133600"/>
              <a:gd name="csX1" fmla="*/ 116991 w 2594645"/>
              <a:gd name="csY1" fmla="*/ 139700 h 2133600"/>
              <a:gd name="csX2" fmla="*/ 78891 w 2594645"/>
              <a:gd name="csY2" fmla="*/ 203200 h 2133600"/>
              <a:gd name="csX3" fmla="*/ 53491 w 2594645"/>
              <a:gd name="csY3" fmla="*/ 279400 h 2133600"/>
              <a:gd name="csX4" fmla="*/ 15391 w 2594645"/>
              <a:gd name="csY4" fmla="*/ 419100 h 2133600"/>
              <a:gd name="csX5" fmla="*/ 104291 w 2594645"/>
              <a:gd name="csY5" fmla="*/ 546100 h 2133600"/>
              <a:gd name="csX6" fmla="*/ 142391 w 2594645"/>
              <a:gd name="csY6" fmla="*/ 596900 h 2133600"/>
              <a:gd name="csX7" fmla="*/ 180491 w 2594645"/>
              <a:gd name="csY7" fmla="*/ 609600 h 2133600"/>
              <a:gd name="csX8" fmla="*/ 294791 w 2594645"/>
              <a:gd name="csY8" fmla="*/ 660400 h 2133600"/>
              <a:gd name="csX9" fmla="*/ 2691 w 2594645"/>
              <a:gd name="csY9" fmla="*/ 787400 h 2133600"/>
              <a:gd name="csX10" fmla="*/ 497991 w 2594645"/>
              <a:gd name="csY10" fmla="*/ 1257300 h 2133600"/>
              <a:gd name="csX11" fmla="*/ 497991 w 2594645"/>
              <a:gd name="csY11" fmla="*/ 1257300 h 2133600"/>
              <a:gd name="csX12" fmla="*/ 536091 w 2594645"/>
              <a:gd name="csY12" fmla="*/ 1282700 h 2133600"/>
              <a:gd name="csX13" fmla="*/ 650391 w 2594645"/>
              <a:gd name="csY13" fmla="*/ 1460500 h 2133600"/>
              <a:gd name="csX14" fmla="*/ 726591 w 2594645"/>
              <a:gd name="csY14" fmla="*/ 1549400 h 2133600"/>
              <a:gd name="csX15" fmla="*/ 802791 w 2594645"/>
              <a:gd name="csY15" fmla="*/ 1511300 h 2133600"/>
              <a:gd name="csX16" fmla="*/ 764691 w 2594645"/>
              <a:gd name="csY16" fmla="*/ 1676400 h 2133600"/>
              <a:gd name="csX17" fmla="*/ 688491 w 2594645"/>
              <a:gd name="csY17" fmla="*/ 1879600 h 2133600"/>
              <a:gd name="csX18" fmla="*/ 599591 w 2594645"/>
              <a:gd name="csY18" fmla="*/ 1905000 h 2133600"/>
              <a:gd name="csX19" fmla="*/ 345591 w 2594645"/>
              <a:gd name="csY19" fmla="*/ 1816100 h 2133600"/>
              <a:gd name="csX20" fmla="*/ 167791 w 2594645"/>
              <a:gd name="csY20" fmla="*/ 1638300 h 2133600"/>
              <a:gd name="csX21" fmla="*/ 536091 w 2594645"/>
              <a:gd name="csY21" fmla="*/ 1308100 h 2133600"/>
              <a:gd name="csX22" fmla="*/ 421791 w 2594645"/>
              <a:gd name="csY22" fmla="*/ 1308100 h 2133600"/>
              <a:gd name="csX23" fmla="*/ 878991 w 2594645"/>
              <a:gd name="csY23" fmla="*/ 622300 h 2133600"/>
              <a:gd name="csX24" fmla="*/ 967891 w 2594645"/>
              <a:gd name="csY24" fmla="*/ 596900 h 2133600"/>
              <a:gd name="csX25" fmla="*/ 1069491 w 2594645"/>
              <a:gd name="csY25" fmla="*/ 546100 h 2133600"/>
              <a:gd name="csX26" fmla="*/ 1183791 w 2594645"/>
              <a:gd name="csY26" fmla="*/ 482600 h 2133600"/>
              <a:gd name="csX27" fmla="*/ 1298091 w 2594645"/>
              <a:gd name="csY27" fmla="*/ 393700 h 2133600"/>
              <a:gd name="csX28" fmla="*/ 1298091 w 2594645"/>
              <a:gd name="csY28" fmla="*/ 127000 h 2133600"/>
              <a:gd name="csX29" fmla="*/ 1221891 w 2594645"/>
              <a:gd name="csY29" fmla="*/ 63500 h 2133600"/>
              <a:gd name="csX30" fmla="*/ 1120291 w 2594645"/>
              <a:gd name="csY30" fmla="*/ 38100 h 2133600"/>
              <a:gd name="csX31" fmla="*/ 942491 w 2594645"/>
              <a:gd name="csY31" fmla="*/ 88900 h 2133600"/>
              <a:gd name="csX32" fmla="*/ 878991 w 2594645"/>
              <a:gd name="csY32" fmla="*/ 127000 h 2133600"/>
              <a:gd name="csX33" fmla="*/ 891691 w 2594645"/>
              <a:gd name="csY33" fmla="*/ 444500 h 2133600"/>
              <a:gd name="csX34" fmla="*/ 1018691 w 2594645"/>
              <a:gd name="csY34" fmla="*/ 609600 h 2133600"/>
              <a:gd name="csX35" fmla="*/ 1171091 w 2594645"/>
              <a:gd name="csY35" fmla="*/ 736600 h 2133600"/>
              <a:gd name="csX36" fmla="*/ 1209191 w 2594645"/>
              <a:gd name="csY36" fmla="*/ 762000 h 2133600"/>
              <a:gd name="csX37" fmla="*/ 1272691 w 2594645"/>
              <a:gd name="csY37" fmla="*/ 838200 h 2133600"/>
              <a:gd name="csX38" fmla="*/ 1361591 w 2594645"/>
              <a:gd name="csY38" fmla="*/ 927100 h 2133600"/>
              <a:gd name="csX39" fmla="*/ 1399691 w 2594645"/>
              <a:gd name="csY39" fmla="*/ 990600 h 2133600"/>
              <a:gd name="csX40" fmla="*/ 1437791 w 2594645"/>
              <a:gd name="csY40" fmla="*/ 1041400 h 2133600"/>
              <a:gd name="csX41" fmla="*/ 1450491 w 2594645"/>
              <a:gd name="csY41" fmla="*/ 1079500 h 2133600"/>
              <a:gd name="csX42" fmla="*/ 1412391 w 2594645"/>
              <a:gd name="csY42" fmla="*/ 1752600 h 2133600"/>
              <a:gd name="csX43" fmla="*/ 1361591 w 2594645"/>
              <a:gd name="csY43" fmla="*/ 1930400 h 2133600"/>
              <a:gd name="csX44" fmla="*/ 1323491 w 2594645"/>
              <a:gd name="csY44" fmla="*/ 1968500 h 2133600"/>
              <a:gd name="csX45" fmla="*/ 1221891 w 2594645"/>
              <a:gd name="csY45" fmla="*/ 1930400 h 2133600"/>
              <a:gd name="csX46" fmla="*/ 1171091 w 2594645"/>
              <a:gd name="csY46" fmla="*/ 1892300 h 2133600"/>
              <a:gd name="csX47" fmla="*/ 1107591 w 2594645"/>
              <a:gd name="csY47" fmla="*/ 1854200 h 2133600"/>
              <a:gd name="csX48" fmla="*/ 1056791 w 2594645"/>
              <a:gd name="csY48" fmla="*/ 1739900 h 2133600"/>
              <a:gd name="csX49" fmla="*/ 1107591 w 2594645"/>
              <a:gd name="csY49" fmla="*/ 1612900 h 2133600"/>
              <a:gd name="csX50" fmla="*/ 1552091 w 2594645"/>
              <a:gd name="csY50" fmla="*/ 1447800 h 2133600"/>
              <a:gd name="csX51" fmla="*/ 1691791 w 2594645"/>
              <a:gd name="csY51" fmla="*/ 1473200 h 2133600"/>
              <a:gd name="csX52" fmla="*/ 2136291 w 2594645"/>
              <a:gd name="csY52" fmla="*/ 1244600 h 2133600"/>
              <a:gd name="csX53" fmla="*/ 2237891 w 2594645"/>
              <a:gd name="csY53" fmla="*/ 1143000 h 2133600"/>
              <a:gd name="csX54" fmla="*/ 2161691 w 2594645"/>
              <a:gd name="csY54" fmla="*/ 1079500 h 2133600"/>
              <a:gd name="csX55" fmla="*/ 2047391 w 2594645"/>
              <a:gd name="csY55" fmla="*/ 1028700 h 2133600"/>
              <a:gd name="csX56" fmla="*/ 2034691 w 2594645"/>
              <a:gd name="csY56" fmla="*/ 1003300 h 2133600"/>
              <a:gd name="csX57" fmla="*/ 1894991 w 2594645"/>
              <a:gd name="csY57" fmla="*/ 1079500 h 2133600"/>
              <a:gd name="csX58" fmla="*/ 1742591 w 2594645"/>
              <a:gd name="csY58" fmla="*/ 1206500 h 2133600"/>
              <a:gd name="csX59" fmla="*/ 1755291 w 2594645"/>
              <a:gd name="csY59" fmla="*/ 1219200 h 2133600"/>
              <a:gd name="csX60" fmla="*/ 1806091 w 2594645"/>
              <a:gd name="csY60" fmla="*/ 1524000 h 2133600"/>
              <a:gd name="csX61" fmla="*/ 2009291 w 2594645"/>
              <a:gd name="csY61" fmla="*/ 1511300 h 2133600"/>
              <a:gd name="csX62" fmla="*/ 2161691 w 2594645"/>
              <a:gd name="csY62" fmla="*/ 1676400 h 2133600"/>
              <a:gd name="csX63" fmla="*/ 2187091 w 2594645"/>
              <a:gd name="csY63" fmla="*/ 1765300 h 2133600"/>
              <a:gd name="csX64" fmla="*/ 2212491 w 2594645"/>
              <a:gd name="csY64" fmla="*/ 1828800 h 2133600"/>
              <a:gd name="csX65" fmla="*/ 2136291 w 2594645"/>
              <a:gd name="csY65" fmla="*/ 2120900 h 2133600"/>
              <a:gd name="csX66" fmla="*/ 2060091 w 2594645"/>
              <a:gd name="csY66" fmla="*/ 2133600 h 2133600"/>
              <a:gd name="csX67" fmla="*/ 1882291 w 2594645"/>
              <a:gd name="csY67" fmla="*/ 2095500 h 2133600"/>
              <a:gd name="csX68" fmla="*/ 1831491 w 2594645"/>
              <a:gd name="csY68" fmla="*/ 2057400 h 2133600"/>
              <a:gd name="csX69" fmla="*/ 1780691 w 2594645"/>
              <a:gd name="csY69" fmla="*/ 2032000 h 2133600"/>
              <a:gd name="csX70" fmla="*/ 1793391 w 2594645"/>
              <a:gd name="csY70" fmla="*/ 1943100 h 2133600"/>
              <a:gd name="csX71" fmla="*/ 1907691 w 2594645"/>
              <a:gd name="csY71" fmla="*/ 1841500 h 2133600"/>
              <a:gd name="csX72" fmla="*/ 2326791 w 2594645"/>
              <a:gd name="csY72" fmla="*/ 1739900 h 2133600"/>
              <a:gd name="csX73" fmla="*/ 2415691 w 2594645"/>
              <a:gd name="csY73" fmla="*/ 1701800 h 2133600"/>
              <a:gd name="csX74" fmla="*/ 2491891 w 2594645"/>
              <a:gd name="csY74" fmla="*/ 1689100 h 2133600"/>
              <a:gd name="csX75" fmla="*/ 2529991 w 2594645"/>
              <a:gd name="csY75" fmla="*/ 1663700 h 2133600"/>
              <a:gd name="csX76" fmla="*/ 2568091 w 2594645"/>
              <a:gd name="csY76" fmla="*/ 1651000 h 2133600"/>
              <a:gd name="csX77" fmla="*/ 2593491 w 2594645"/>
              <a:gd name="csY77" fmla="*/ 1562100 h 2133600"/>
              <a:gd name="csX0" fmla="*/ 317194 w 2693248"/>
              <a:gd name="csY0" fmla="*/ 0 h 2133600"/>
              <a:gd name="csX1" fmla="*/ 215594 w 2693248"/>
              <a:gd name="csY1" fmla="*/ 139700 h 2133600"/>
              <a:gd name="csX2" fmla="*/ 177494 w 2693248"/>
              <a:gd name="csY2" fmla="*/ 203200 h 2133600"/>
              <a:gd name="csX3" fmla="*/ 152094 w 2693248"/>
              <a:gd name="csY3" fmla="*/ 279400 h 2133600"/>
              <a:gd name="csX4" fmla="*/ 113994 w 2693248"/>
              <a:gd name="csY4" fmla="*/ 419100 h 2133600"/>
              <a:gd name="csX5" fmla="*/ 202894 w 2693248"/>
              <a:gd name="csY5" fmla="*/ 546100 h 2133600"/>
              <a:gd name="csX6" fmla="*/ 240994 w 2693248"/>
              <a:gd name="csY6" fmla="*/ 596900 h 2133600"/>
              <a:gd name="csX7" fmla="*/ 279094 w 2693248"/>
              <a:gd name="csY7" fmla="*/ 609600 h 2133600"/>
              <a:gd name="csX8" fmla="*/ 12394 w 2693248"/>
              <a:gd name="csY8" fmla="*/ 635000 h 2133600"/>
              <a:gd name="csX9" fmla="*/ 101294 w 2693248"/>
              <a:gd name="csY9" fmla="*/ 787400 h 2133600"/>
              <a:gd name="csX10" fmla="*/ 596594 w 2693248"/>
              <a:gd name="csY10" fmla="*/ 1257300 h 2133600"/>
              <a:gd name="csX11" fmla="*/ 596594 w 2693248"/>
              <a:gd name="csY11" fmla="*/ 1257300 h 2133600"/>
              <a:gd name="csX12" fmla="*/ 634694 w 2693248"/>
              <a:gd name="csY12" fmla="*/ 1282700 h 2133600"/>
              <a:gd name="csX13" fmla="*/ 748994 w 2693248"/>
              <a:gd name="csY13" fmla="*/ 1460500 h 2133600"/>
              <a:gd name="csX14" fmla="*/ 825194 w 2693248"/>
              <a:gd name="csY14" fmla="*/ 1549400 h 2133600"/>
              <a:gd name="csX15" fmla="*/ 901394 w 2693248"/>
              <a:gd name="csY15" fmla="*/ 1511300 h 2133600"/>
              <a:gd name="csX16" fmla="*/ 863294 w 2693248"/>
              <a:gd name="csY16" fmla="*/ 1676400 h 2133600"/>
              <a:gd name="csX17" fmla="*/ 787094 w 2693248"/>
              <a:gd name="csY17" fmla="*/ 1879600 h 2133600"/>
              <a:gd name="csX18" fmla="*/ 698194 w 2693248"/>
              <a:gd name="csY18" fmla="*/ 1905000 h 2133600"/>
              <a:gd name="csX19" fmla="*/ 444194 w 2693248"/>
              <a:gd name="csY19" fmla="*/ 1816100 h 2133600"/>
              <a:gd name="csX20" fmla="*/ 266394 w 2693248"/>
              <a:gd name="csY20" fmla="*/ 1638300 h 2133600"/>
              <a:gd name="csX21" fmla="*/ 634694 w 2693248"/>
              <a:gd name="csY21" fmla="*/ 1308100 h 2133600"/>
              <a:gd name="csX22" fmla="*/ 520394 w 2693248"/>
              <a:gd name="csY22" fmla="*/ 1308100 h 2133600"/>
              <a:gd name="csX23" fmla="*/ 977594 w 2693248"/>
              <a:gd name="csY23" fmla="*/ 622300 h 2133600"/>
              <a:gd name="csX24" fmla="*/ 1066494 w 2693248"/>
              <a:gd name="csY24" fmla="*/ 596900 h 2133600"/>
              <a:gd name="csX25" fmla="*/ 1168094 w 2693248"/>
              <a:gd name="csY25" fmla="*/ 546100 h 2133600"/>
              <a:gd name="csX26" fmla="*/ 1282394 w 2693248"/>
              <a:gd name="csY26" fmla="*/ 482600 h 2133600"/>
              <a:gd name="csX27" fmla="*/ 1396694 w 2693248"/>
              <a:gd name="csY27" fmla="*/ 393700 h 2133600"/>
              <a:gd name="csX28" fmla="*/ 1396694 w 2693248"/>
              <a:gd name="csY28" fmla="*/ 127000 h 2133600"/>
              <a:gd name="csX29" fmla="*/ 1320494 w 2693248"/>
              <a:gd name="csY29" fmla="*/ 63500 h 2133600"/>
              <a:gd name="csX30" fmla="*/ 1218894 w 2693248"/>
              <a:gd name="csY30" fmla="*/ 38100 h 2133600"/>
              <a:gd name="csX31" fmla="*/ 1041094 w 2693248"/>
              <a:gd name="csY31" fmla="*/ 88900 h 2133600"/>
              <a:gd name="csX32" fmla="*/ 977594 w 2693248"/>
              <a:gd name="csY32" fmla="*/ 127000 h 2133600"/>
              <a:gd name="csX33" fmla="*/ 990294 w 2693248"/>
              <a:gd name="csY33" fmla="*/ 444500 h 2133600"/>
              <a:gd name="csX34" fmla="*/ 1117294 w 2693248"/>
              <a:gd name="csY34" fmla="*/ 609600 h 2133600"/>
              <a:gd name="csX35" fmla="*/ 1269694 w 2693248"/>
              <a:gd name="csY35" fmla="*/ 736600 h 2133600"/>
              <a:gd name="csX36" fmla="*/ 1307794 w 2693248"/>
              <a:gd name="csY36" fmla="*/ 762000 h 2133600"/>
              <a:gd name="csX37" fmla="*/ 1371294 w 2693248"/>
              <a:gd name="csY37" fmla="*/ 838200 h 2133600"/>
              <a:gd name="csX38" fmla="*/ 1460194 w 2693248"/>
              <a:gd name="csY38" fmla="*/ 927100 h 2133600"/>
              <a:gd name="csX39" fmla="*/ 1498294 w 2693248"/>
              <a:gd name="csY39" fmla="*/ 990600 h 2133600"/>
              <a:gd name="csX40" fmla="*/ 1536394 w 2693248"/>
              <a:gd name="csY40" fmla="*/ 1041400 h 2133600"/>
              <a:gd name="csX41" fmla="*/ 1549094 w 2693248"/>
              <a:gd name="csY41" fmla="*/ 1079500 h 2133600"/>
              <a:gd name="csX42" fmla="*/ 1510994 w 2693248"/>
              <a:gd name="csY42" fmla="*/ 1752600 h 2133600"/>
              <a:gd name="csX43" fmla="*/ 1460194 w 2693248"/>
              <a:gd name="csY43" fmla="*/ 1930400 h 2133600"/>
              <a:gd name="csX44" fmla="*/ 1422094 w 2693248"/>
              <a:gd name="csY44" fmla="*/ 1968500 h 2133600"/>
              <a:gd name="csX45" fmla="*/ 1320494 w 2693248"/>
              <a:gd name="csY45" fmla="*/ 1930400 h 2133600"/>
              <a:gd name="csX46" fmla="*/ 1269694 w 2693248"/>
              <a:gd name="csY46" fmla="*/ 1892300 h 2133600"/>
              <a:gd name="csX47" fmla="*/ 1206194 w 2693248"/>
              <a:gd name="csY47" fmla="*/ 1854200 h 2133600"/>
              <a:gd name="csX48" fmla="*/ 1155394 w 2693248"/>
              <a:gd name="csY48" fmla="*/ 1739900 h 2133600"/>
              <a:gd name="csX49" fmla="*/ 1206194 w 2693248"/>
              <a:gd name="csY49" fmla="*/ 1612900 h 2133600"/>
              <a:gd name="csX50" fmla="*/ 1650694 w 2693248"/>
              <a:gd name="csY50" fmla="*/ 1447800 h 2133600"/>
              <a:gd name="csX51" fmla="*/ 1790394 w 2693248"/>
              <a:gd name="csY51" fmla="*/ 1473200 h 2133600"/>
              <a:gd name="csX52" fmla="*/ 2234894 w 2693248"/>
              <a:gd name="csY52" fmla="*/ 1244600 h 2133600"/>
              <a:gd name="csX53" fmla="*/ 2336494 w 2693248"/>
              <a:gd name="csY53" fmla="*/ 1143000 h 2133600"/>
              <a:gd name="csX54" fmla="*/ 2260294 w 2693248"/>
              <a:gd name="csY54" fmla="*/ 1079500 h 2133600"/>
              <a:gd name="csX55" fmla="*/ 2145994 w 2693248"/>
              <a:gd name="csY55" fmla="*/ 1028700 h 2133600"/>
              <a:gd name="csX56" fmla="*/ 2133294 w 2693248"/>
              <a:gd name="csY56" fmla="*/ 1003300 h 2133600"/>
              <a:gd name="csX57" fmla="*/ 1993594 w 2693248"/>
              <a:gd name="csY57" fmla="*/ 1079500 h 2133600"/>
              <a:gd name="csX58" fmla="*/ 1841194 w 2693248"/>
              <a:gd name="csY58" fmla="*/ 1206500 h 2133600"/>
              <a:gd name="csX59" fmla="*/ 1853894 w 2693248"/>
              <a:gd name="csY59" fmla="*/ 1219200 h 2133600"/>
              <a:gd name="csX60" fmla="*/ 1904694 w 2693248"/>
              <a:gd name="csY60" fmla="*/ 1524000 h 2133600"/>
              <a:gd name="csX61" fmla="*/ 2107894 w 2693248"/>
              <a:gd name="csY61" fmla="*/ 1511300 h 2133600"/>
              <a:gd name="csX62" fmla="*/ 2260294 w 2693248"/>
              <a:gd name="csY62" fmla="*/ 1676400 h 2133600"/>
              <a:gd name="csX63" fmla="*/ 2285694 w 2693248"/>
              <a:gd name="csY63" fmla="*/ 1765300 h 2133600"/>
              <a:gd name="csX64" fmla="*/ 2311094 w 2693248"/>
              <a:gd name="csY64" fmla="*/ 1828800 h 2133600"/>
              <a:gd name="csX65" fmla="*/ 2234894 w 2693248"/>
              <a:gd name="csY65" fmla="*/ 2120900 h 2133600"/>
              <a:gd name="csX66" fmla="*/ 2158694 w 2693248"/>
              <a:gd name="csY66" fmla="*/ 2133600 h 2133600"/>
              <a:gd name="csX67" fmla="*/ 1980894 w 2693248"/>
              <a:gd name="csY67" fmla="*/ 2095500 h 2133600"/>
              <a:gd name="csX68" fmla="*/ 1930094 w 2693248"/>
              <a:gd name="csY68" fmla="*/ 2057400 h 2133600"/>
              <a:gd name="csX69" fmla="*/ 1879294 w 2693248"/>
              <a:gd name="csY69" fmla="*/ 2032000 h 2133600"/>
              <a:gd name="csX70" fmla="*/ 1891994 w 2693248"/>
              <a:gd name="csY70" fmla="*/ 1943100 h 2133600"/>
              <a:gd name="csX71" fmla="*/ 2006294 w 2693248"/>
              <a:gd name="csY71" fmla="*/ 1841500 h 2133600"/>
              <a:gd name="csX72" fmla="*/ 2425394 w 2693248"/>
              <a:gd name="csY72" fmla="*/ 1739900 h 2133600"/>
              <a:gd name="csX73" fmla="*/ 2514294 w 2693248"/>
              <a:gd name="csY73" fmla="*/ 1701800 h 2133600"/>
              <a:gd name="csX74" fmla="*/ 2590494 w 2693248"/>
              <a:gd name="csY74" fmla="*/ 1689100 h 2133600"/>
              <a:gd name="csX75" fmla="*/ 2628594 w 2693248"/>
              <a:gd name="csY75" fmla="*/ 1663700 h 2133600"/>
              <a:gd name="csX76" fmla="*/ 2666694 w 2693248"/>
              <a:gd name="csY76" fmla="*/ 1651000 h 2133600"/>
              <a:gd name="csX77" fmla="*/ 2692094 w 2693248"/>
              <a:gd name="csY77" fmla="*/ 1562100 h 2133600"/>
              <a:gd name="csX0" fmla="*/ 390515 w 2766569"/>
              <a:gd name="csY0" fmla="*/ 0 h 2133600"/>
              <a:gd name="csX1" fmla="*/ 288915 w 2766569"/>
              <a:gd name="csY1" fmla="*/ 139700 h 2133600"/>
              <a:gd name="csX2" fmla="*/ 250815 w 2766569"/>
              <a:gd name="csY2" fmla="*/ 203200 h 2133600"/>
              <a:gd name="csX3" fmla="*/ 225415 w 2766569"/>
              <a:gd name="csY3" fmla="*/ 279400 h 2133600"/>
              <a:gd name="csX4" fmla="*/ 187315 w 2766569"/>
              <a:gd name="csY4" fmla="*/ 419100 h 2133600"/>
              <a:gd name="csX5" fmla="*/ 276215 w 2766569"/>
              <a:gd name="csY5" fmla="*/ 546100 h 2133600"/>
              <a:gd name="csX6" fmla="*/ 314315 w 2766569"/>
              <a:gd name="csY6" fmla="*/ 596900 h 2133600"/>
              <a:gd name="csX7" fmla="*/ 9515 w 2766569"/>
              <a:gd name="csY7" fmla="*/ 355600 h 2133600"/>
              <a:gd name="csX8" fmla="*/ 85715 w 2766569"/>
              <a:gd name="csY8" fmla="*/ 635000 h 2133600"/>
              <a:gd name="csX9" fmla="*/ 174615 w 2766569"/>
              <a:gd name="csY9" fmla="*/ 787400 h 2133600"/>
              <a:gd name="csX10" fmla="*/ 669915 w 2766569"/>
              <a:gd name="csY10" fmla="*/ 1257300 h 2133600"/>
              <a:gd name="csX11" fmla="*/ 669915 w 2766569"/>
              <a:gd name="csY11" fmla="*/ 1257300 h 2133600"/>
              <a:gd name="csX12" fmla="*/ 708015 w 2766569"/>
              <a:gd name="csY12" fmla="*/ 1282700 h 2133600"/>
              <a:gd name="csX13" fmla="*/ 822315 w 2766569"/>
              <a:gd name="csY13" fmla="*/ 1460500 h 2133600"/>
              <a:gd name="csX14" fmla="*/ 898515 w 2766569"/>
              <a:gd name="csY14" fmla="*/ 1549400 h 2133600"/>
              <a:gd name="csX15" fmla="*/ 974715 w 2766569"/>
              <a:gd name="csY15" fmla="*/ 1511300 h 2133600"/>
              <a:gd name="csX16" fmla="*/ 936615 w 2766569"/>
              <a:gd name="csY16" fmla="*/ 1676400 h 2133600"/>
              <a:gd name="csX17" fmla="*/ 860415 w 2766569"/>
              <a:gd name="csY17" fmla="*/ 1879600 h 2133600"/>
              <a:gd name="csX18" fmla="*/ 771515 w 2766569"/>
              <a:gd name="csY18" fmla="*/ 1905000 h 2133600"/>
              <a:gd name="csX19" fmla="*/ 517515 w 2766569"/>
              <a:gd name="csY19" fmla="*/ 1816100 h 2133600"/>
              <a:gd name="csX20" fmla="*/ 339715 w 2766569"/>
              <a:gd name="csY20" fmla="*/ 1638300 h 2133600"/>
              <a:gd name="csX21" fmla="*/ 708015 w 2766569"/>
              <a:gd name="csY21" fmla="*/ 1308100 h 2133600"/>
              <a:gd name="csX22" fmla="*/ 593715 w 2766569"/>
              <a:gd name="csY22" fmla="*/ 1308100 h 2133600"/>
              <a:gd name="csX23" fmla="*/ 1050915 w 2766569"/>
              <a:gd name="csY23" fmla="*/ 622300 h 2133600"/>
              <a:gd name="csX24" fmla="*/ 1139815 w 2766569"/>
              <a:gd name="csY24" fmla="*/ 596900 h 2133600"/>
              <a:gd name="csX25" fmla="*/ 1241415 w 2766569"/>
              <a:gd name="csY25" fmla="*/ 546100 h 2133600"/>
              <a:gd name="csX26" fmla="*/ 1355715 w 2766569"/>
              <a:gd name="csY26" fmla="*/ 482600 h 2133600"/>
              <a:gd name="csX27" fmla="*/ 1470015 w 2766569"/>
              <a:gd name="csY27" fmla="*/ 393700 h 2133600"/>
              <a:gd name="csX28" fmla="*/ 1470015 w 2766569"/>
              <a:gd name="csY28" fmla="*/ 127000 h 2133600"/>
              <a:gd name="csX29" fmla="*/ 1393815 w 2766569"/>
              <a:gd name="csY29" fmla="*/ 63500 h 2133600"/>
              <a:gd name="csX30" fmla="*/ 1292215 w 2766569"/>
              <a:gd name="csY30" fmla="*/ 38100 h 2133600"/>
              <a:gd name="csX31" fmla="*/ 1114415 w 2766569"/>
              <a:gd name="csY31" fmla="*/ 88900 h 2133600"/>
              <a:gd name="csX32" fmla="*/ 1050915 w 2766569"/>
              <a:gd name="csY32" fmla="*/ 127000 h 2133600"/>
              <a:gd name="csX33" fmla="*/ 1063615 w 2766569"/>
              <a:gd name="csY33" fmla="*/ 444500 h 2133600"/>
              <a:gd name="csX34" fmla="*/ 1190615 w 2766569"/>
              <a:gd name="csY34" fmla="*/ 609600 h 2133600"/>
              <a:gd name="csX35" fmla="*/ 1343015 w 2766569"/>
              <a:gd name="csY35" fmla="*/ 736600 h 2133600"/>
              <a:gd name="csX36" fmla="*/ 1381115 w 2766569"/>
              <a:gd name="csY36" fmla="*/ 762000 h 2133600"/>
              <a:gd name="csX37" fmla="*/ 1444615 w 2766569"/>
              <a:gd name="csY37" fmla="*/ 838200 h 2133600"/>
              <a:gd name="csX38" fmla="*/ 1533515 w 2766569"/>
              <a:gd name="csY38" fmla="*/ 927100 h 2133600"/>
              <a:gd name="csX39" fmla="*/ 1571615 w 2766569"/>
              <a:gd name="csY39" fmla="*/ 990600 h 2133600"/>
              <a:gd name="csX40" fmla="*/ 1609715 w 2766569"/>
              <a:gd name="csY40" fmla="*/ 1041400 h 2133600"/>
              <a:gd name="csX41" fmla="*/ 1622415 w 2766569"/>
              <a:gd name="csY41" fmla="*/ 1079500 h 2133600"/>
              <a:gd name="csX42" fmla="*/ 1584315 w 2766569"/>
              <a:gd name="csY42" fmla="*/ 1752600 h 2133600"/>
              <a:gd name="csX43" fmla="*/ 1533515 w 2766569"/>
              <a:gd name="csY43" fmla="*/ 1930400 h 2133600"/>
              <a:gd name="csX44" fmla="*/ 1495415 w 2766569"/>
              <a:gd name="csY44" fmla="*/ 1968500 h 2133600"/>
              <a:gd name="csX45" fmla="*/ 1393815 w 2766569"/>
              <a:gd name="csY45" fmla="*/ 1930400 h 2133600"/>
              <a:gd name="csX46" fmla="*/ 1343015 w 2766569"/>
              <a:gd name="csY46" fmla="*/ 1892300 h 2133600"/>
              <a:gd name="csX47" fmla="*/ 1279515 w 2766569"/>
              <a:gd name="csY47" fmla="*/ 1854200 h 2133600"/>
              <a:gd name="csX48" fmla="*/ 1228715 w 2766569"/>
              <a:gd name="csY48" fmla="*/ 1739900 h 2133600"/>
              <a:gd name="csX49" fmla="*/ 1279515 w 2766569"/>
              <a:gd name="csY49" fmla="*/ 1612900 h 2133600"/>
              <a:gd name="csX50" fmla="*/ 1724015 w 2766569"/>
              <a:gd name="csY50" fmla="*/ 1447800 h 2133600"/>
              <a:gd name="csX51" fmla="*/ 1863715 w 2766569"/>
              <a:gd name="csY51" fmla="*/ 1473200 h 2133600"/>
              <a:gd name="csX52" fmla="*/ 2308215 w 2766569"/>
              <a:gd name="csY52" fmla="*/ 1244600 h 2133600"/>
              <a:gd name="csX53" fmla="*/ 2409815 w 2766569"/>
              <a:gd name="csY53" fmla="*/ 1143000 h 2133600"/>
              <a:gd name="csX54" fmla="*/ 2333615 w 2766569"/>
              <a:gd name="csY54" fmla="*/ 1079500 h 2133600"/>
              <a:gd name="csX55" fmla="*/ 2219315 w 2766569"/>
              <a:gd name="csY55" fmla="*/ 1028700 h 2133600"/>
              <a:gd name="csX56" fmla="*/ 2206615 w 2766569"/>
              <a:gd name="csY56" fmla="*/ 1003300 h 2133600"/>
              <a:gd name="csX57" fmla="*/ 2066915 w 2766569"/>
              <a:gd name="csY57" fmla="*/ 1079500 h 2133600"/>
              <a:gd name="csX58" fmla="*/ 1914515 w 2766569"/>
              <a:gd name="csY58" fmla="*/ 1206500 h 2133600"/>
              <a:gd name="csX59" fmla="*/ 1927215 w 2766569"/>
              <a:gd name="csY59" fmla="*/ 1219200 h 2133600"/>
              <a:gd name="csX60" fmla="*/ 1978015 w 2766569"/>
              <a:gd name="csY60" fmla="*/ 1524000 h 2133600"/>
              <a:gd name="csX61" fmla="*/ 2181215 w 2766569"/>
              <a:gd name="csY61" fmla="*/ 1511300 h 2133600"/>
              <a:gd name="csX62" fmla="*/ 2333615 w 2766569"/>
              <a:gd name="csY62" fmla="*/ 1676400 h 2133600"/>
              <a:gd name="csX63" fmla="*/ 2359015 w 2766569"/>
              <a:gd name="csY63" fmla="*/ 1765300 h 2133600"/>
              <a:gd name="csX64" fmla="*/ 2384415 w 2766569"/>
              <a:gd name="csY64" fmla="*/ 1828800 h 2133600"/>
              <a:gd name="csX65" fmla="*/ 2308215 w 2766569"/>
              <a:gd name="csY65" fmla="*/ 2120900 h 2133600"/>
              <a:gd name="csX66" fmla="*/ 2232015 w 2766569"/>
              <a:gd name="csY66" fmla="*/ 2133600 h 2133600"/>
              <a:gd name="csX67" fmla="*/ 2054215 w 2766569"/>
              <a:gd name="csY67" fmla="*/ 2095500 h 2133600"/>
              <a:gd name="csX68" fmla="*/ 2003415 w 2766569"/>
              <a:gd name="csY68" fmla="*/ 2057400 h 2133600"/>
              <a:gd name="csX69" fmla="*/ 1952615 w 2766569"/>
              <a:gd name="csY69" fmla="*/ 2032000 h 2133600"/>
              <a:gd name="csX70" fmla="*/ 1965315 w 2766569"/>
              <a:gd name="csY70" fmla="*/ 1943100 h 2133600"/>
              <a:gd name="csX71" fmla="*/ 2079615 w 2766569"/>
              <a:gd name="csY71" fmla="*/ 1841500 h 2133600"/>
              <a:gd name="csX72" fmla="*/ 2498715 w 2766569"/>
              <a:gd name="csY72" fmla="*/ 1739900 h 2133600"/>
              <a:gd name="csX73" fmla="*/ 2587615 w 2766569"/>
              <a:gd name="csY73" fmla="*/ 1701800 h 2133600"/>
              <a:gd name="csX74" fmla="*/ 2663815 w 2766569"/>
              <a:gd name="csY74" fmla="*/ 1689100 h 2133600"/>
              <a:gd name="csX75" fmla="*/ 2701915 w 2766569"/>
              <a:gd name="csY75" fmla="*/ 1663700 h 2133600"/>
              <a:gd name="csX76" fmla="*/ 2740015 w 2766569"/>
              <a:gd name="csY76" fmla="*/ 1651000 h 2133600"/>
              <a:gd name="csX77" fmla="*/ 2765415 w 2766569"/>
              <a:gd name="csY77" fmla="*/ 1562100 h 2133600"/>
              <a:gd name="csX0" fmla="*/ 423766 w 2799820"/>
              <a:gd name="csY0" fmla="*/ 0 h 2133600"/>
              <a:gd name="csX1" fmla="*/ 322166 w 2799820"/>
              <a:gd name="csY1" fmla="*/ 139700 h 2133600"/>
              <a:gd name="csX2" fmla="*/ 284066 w 2799820"/>
              <a:gd name="csY2" fmla="*/ 203200 h 2133600"/>
              <a:gd name="csX3" fmla="*/ 258666 w 2799820"/>
              <a:gd name="csY3" fmla="*/ 279400 h 2133600"/>
              <a:gd name="csX4" fmla="*/ 220566 w 2799820"/>
              <a:gd name="csY4" fmla="*/ 419100 h 2133600"/>
              <a:gd name="csX5" fmla="*/ 309466 w 2799820"/>
              <a:gd name="csY5" fmla="*/ 546100 h 2133600"/>
              <a:gd name="csX6" fmla="*/ 17366 w 2799820"/>
              <a:gd name="csY6" fmla="*/ 152400 h 2133600"/>
              <a:gd name="csX7" fmla="*/ 42766 w 2799820"/>
              <a:gd name="csY7" fmla="*/ 355600 h 2133600"/>
              <a:gd name="csX8" fmla="*/ 118966 w 2799820"/>
              <a:gd name="csY8" fmla="*/ 635000 h 2133600"/>
              <a:gd name="csX9" fmla="*/ 207866 w 2799820"/>
              <a:gd name="csY9" fmla="*/ 787400 h 2133600"/>
              <a:gd name="csX10" fmla="*/ 703166 w 2799820"/>
              <a:gd name="csY10" fmla="*/ 1257300 h 2133600"/>
              <a:gd name="csX11" fmla="*/ 703166 w 2799820"/>
              <a:gd name="csY11" fmla="*/ 1257300 h 2133600"/>
              <a:gd name="csX12" fmla="*/ 741266 w 2799820"/>
              <a:gd name="csY12" fmla="*/ 1282700 h 2133600"/>
              <a:gd name="csX13" fmla="*/ 855566 w 2799820"/>
              <a:gd name="csY13" fmla="*/ 1460500 h 2133600"/>
              <a:gd name="csX14" fmla="*/ 931766 w 2799820"/>
              <a:gd name="csY14" fmla="*/ 1549400 h 2133600"/>
              <a:gd name="csX15" fmla="*/ 1007966 w 2799820"/>
              <a:gd name="csY15" fmla="*/ 1511300 h 2133600"/>
              <a:gd name="csX16" fmla="*/ 969866 w 2799820"/>
              <a:gd name="csY16" fmla="*/ 1676400 h 2133600"/>
              <a:gd name="csX17" fmla="*/ 893666 w 2799820"/>
              <a:gd name="csY17" fmla="*/ 1879600 h 2133600"/>
              <a:gd name="csX18" fmla="*/ 804766 w 2799820"/>
              <a:gd name="csY18" fmla="*/ 1905000 h 2133600"/>
              <a:gd name="csX19" fmla="*/ 550766 w 2799820"/>
              <a:gd name="csY19" fmla="*/ 1816100 h 2133600"/>
              <a:gd name="csX20" fmla="*/ 372966 w 2799820"/>
              <a:gd name="csY20" fmla="*/ 1638300 h 2133600"/>
              <a:gd name="csX21" fmla="*/ 741266 w 2799820"/>
              <a:gd name="csY21" fmla="*/ 1308100 h 2133600"/>
              <a:gd name="csX22" fmla="*/ 626966 w 2799820"/>
              <a:gd name="csY22" fmla="*/ 1308100 h 2133600"/>
              <a:gd name="csX23" fmla="*/ 1084166 w 2799820"/>
              <a:gd name="csY23" fmla="*/ 622300 h 2133600"/>
              <a:gd name="csX24" fmla="*/ 1173066 w 2799820"/>
              <a:gd name="csY24" fmla="*/ 596900 h 2133600"/>
              <a:gd name="csX25" fmla="*/ 1274666 w 2799820"/>
              <a:gd name="csY25" fmla="*/ 546100 h 2133600"/>
              <a:gd name="csX26" fmla="*/ 1388966 w 2799820"/>
              <a:gd name="csY26" fmla="*/ 482600 h 2133600"/>
              <a:gd name="csX27" fmla="*/ 1503266 w 2799820"/>
              <a:gd name="csY27" fmla="*/ 393700 h 2133600"/>
              <a:gd name="csX28" fmla="*/ 1503266 w 2799820"/>
              <a:gd name="csY28" fmla="*/ 127000 h 2133600"/>
              <a:gd name="csX29" fmla="*/ 1427066 w 2799820"/>
              <a:gd name="csY29" fmla="*/ 63500 h 2133600"/>
              <a:gd name="csX30" fmla="*/ 1325466 w 2799820"/>
              <a:gd name="csY30" fmla="*/ 38100 h 2133600"/>
              <a:gd name="csX31" fmla="*/ 1147666 w 2799820"/>
              <a:gd name="csY31" fmla="*/ 88900 h 2133600"/>
              <a:gd name="csX32" fmla="*/ 1084166 w 2799820"/>
              <a:gd name="csY32" fmla="*/ 127000 h 2133600"/>
              <a:gd name="csX33" fmla="*/ 1096866 w 2799820"/>
              <a:gd name="csY33" fmla="*/ 444500 h 2133600"/>
              <a:gd name="csX34" fmla="*/ 1223866 w 2799820"/>
              <a:gd name="csY34" fmla="*/ 609600 h 2133600"/>
              <a:gd name="csX35" fmla="*/ 1376266 w 2799820"/>
              <a:gd name="csY35" fmla="*/ 736600 h 2133600"/>
              <a:gd name="csX36" fmla="*/ 1414366 w 2799820"/>
              <a:gd name="csY36" fmla="*/ 762000 h 2133600"/>
              <a:gd name="csX37" fmla="*/ 1477866 w 2799820"/>
              <a:gd name="csY37" fmla="*/ 838200 h 2133600"/>
              <a:gd name="csX38" fmla="*/ 1566766 w 2799820"/>
              <a:gd name="csY38" fmla="*/ 927100 h 2133600"/>
              <a:gd name="csX39" fmla="*/ 1604866 w 2799820"/>
              <a:gd name="csY39" fmla="*/ 990600 h 2133600"/>
              <a:gd name="csX40" fmla="*/ 1642966 w 2799820"/>
              <a:gd name="csY40" fmla="*/ 1041400 h 2133600"/>
              <a:gd name="csX41" fmla="*/ 1655666 w 2799820"/>
              <a:gd name="csY41" fmla="*/ 1079500 h 2133600"/>
              <a:gd name="csX42" fmla="*/ 1617566 w 2799820"/>
              <a:gd name="csY42" fmla="*/ 1752600 h 2133600"/>
              <a:gd name="csX43" fmla="*/ 1566766 w 2799820"/>
              <a:gd name="csY43" fmla="*/ 1930400 h 2133600"/>
              <a:gd name="csX44" fmla="*/ 1528666 w 2799820"/>
              <a:gd name="csY44" fmla="*/ 1968500 h 2133600"/>
              <a:gd name="csX45" fmla="*/ 1427066 w 2799820"/>
              <a:gd name="csY45" fmla="*/ 1930400 h 2133600"/>
              <a:gd name="csX46" fmla="*/ 1376266 w 2799820"/>
              <a:gd name="csY46" fmla="*/ 1892300 h 2133600"/>
              <a:gd name="csX47" fmla="*/ 1312766 w 2799820"/>
              <a:gd name="csY47" fmla="*/ 1854200 h 2133600"/>
              <a:gd name="csX48" fmla="*/ 1261966 w 2799820"/>
              <a:gd name="csY48" fmla="*/ 1739900 h 2133600"/>
              <a:gd name="csX49" fmla="*/ 1312766 w 2799820"/>
              <a:gd name="csY49" fmla="*/ 1612900 h 2133600"/>
              <a:gd name="csX50" fmla="*/ 1757266 w 2799820"/>
              <a:gd name="csY50" fmla="*/ 1447800 h 2133600"/>
              <a:gd name="csX51" fmla="*/ 1896966 w 2799820"/>
              <a:gd name="csY51" fmla="*/ 1473200 h 2133600"/>
              <a:gd name="csX52" fmla="*/ 2341466 w 2799820"/>
              <a:gd name="csY52" fmla="*/ 1244600 h 2133600"/>
              <a:gd name="csX53" fmla="*/ 2443066 w 2799820"/>
              <a:gd name="csY53" fmla="*/ 1143000 h 2133600"/>
              <a:gd name="csX54" fmla="*/ 2366866 w 2799820"/>
              <a:gd name="csY54" fmla="*/ 1079500 h 2133600"/>
              <a:gd name="csX55" fmla="*/ 2252566 w 2799820"/>
              <a:gd name="csY55" fmla="*/ 1028700 h 2133600"/>
              <a:gd name="csX56" fmla="*/ 2239866 w 2799820"/>
              <a:gd name="csY56" fmla="*/ 1003300 h 2133600"/>
              <a:gd name="csX57" fmla="*/ 2100166 w 2799820"/>
              <a:gd name="csY57" fmla="*/ 1079500 h 2133600"/>
              <a:gd name="csX58" fmla="*/ 1947766 w 2799820"/>
              <a:gd name="csY58" fmla="*/ 1206500 h 2133600"/>
              <a:gd name="csX59" fmla="*/ 1960466 w 2799820"/>
              <a:gd name="csY59" fmla="*/ 1219200 h 2133600"/>
              <a:gd name="csX60" fmla="*/ 2011266 w 2799820"/>
              <a:gd name="csY60" fmla="*/ 1524000 h 2133600"/>
              <a:gd name="csX61" fmla="*/ 2214466 w 2799820"/>
              <a:gd name="csY61" fmla="*/ 1511300 h 2133600"/>
              <a:gd name="csX62" fmla="*/ 2366866 w 2799820"/>
              <a:gd name="csY62" fmla="*/ 1676400 h 2133600"/>
              <a:gd name="csX63" fmla="*/ 2392266 w 2799820"/>
              <a:gd name="csY63" fmla="*/ 1765300 h 2133600"/>
              <a:gd name="csX64" fmla="*/ 2417666 w 2799820"/>
              <a:gd name="csY64" fmla="*/ 1828800 h 2133600"/>
              <a:gd name="csX65" fmla="*/ 2341466 w 2799820"/>
              <a:gd name="csY65" fmla="*/ 2120900 h 2133600"/>
              <a:gd name="csX66" fmla="*/ 2265266 w 2799820"/>
              <a:gd name="csY66" fmla="*/ 2133600 h 2133600"/>
              <a:gd name="csX67" fmla="*/ 2087466 w 2799820"/>
              <a:gd name="csY67" fmla="*/ 2095500 h 2133600"/>
              <a:gd name="csX68" fmla="*/ 2036666 w 2799820"/>
              <a:gd name="csY68" fmla="*/ 2057400 h 2133600"/>
              <a:gd name="csX69" fmla="*/ 1985866 w 2799820"/>
              <a:gd name="csY69" fmla="*/ 2032000 h 2133600"/>
              <a:gd name="csX70" fmla="*/ 1998566 w 2799820"/>
              <a:gd name="csY70" fmla="*/ 1943100 h 2133600"/>
              <a:gd name="csX71" fmla="*/ 2112866 w 2799820"/>
              <a:gd name="csY71" fmla="*/ 1841500 h 2133600"/>
              <a:gd name="csX72" fmla="*/ 2531966 w 2799820"/>
              <a:gd name="csY72" fmla="*/ 1739900 h 2133600"/>
              <a:gd name="csX73" fmla="*/ 2620866 w 2799820"/>
              <a:gd name="csY73" fmla="*/ 1701800 h 2133600"/>
              <a:gd name="csX74" fmla="*/ 2697066 w 2799820"/>
              <a:gd name="csY74" fmla="*/ 1689100 h 2133600"/>
              <a:gd name="csX75" fmla="*/ 2735166 w 2799820"/>
              <a:gd name="csY75" fmla="*/ 1663700 h 2133600"/>
              <a:gd name="csX76" fmla="*/ 2773266 w 2799820"/>
              <a:gd name="csY76" fmla="*/ 1651000 h 2133600"/>
              <a:gd name="csX77" fmla="*/ 2798666 w 2799820"/>
              <a:gd name="csY77" fmla="*/ 1562100 h 2133600"/>
              <a:gd name="csX0" fmla="*/ 431800 w 2807854"/>
              <a:gd name="csY0" fmla="*/ 0 h 2133600"/>
              <a:gd name="csX1" fmla="*/ 330200 w 2807854"/>
              <a:gd name="csY1" fmla="*/ 139700 h 2133600"/>
              <a:gd name="csX2" fmla="*/ 292100 w 2807854"/>
              <a:gd name="csY2" fmla="*/ 203200 h 2133600"/>
              <a:gd name="csX3" fmla="*/ 266700 w 2807854"/>
              <a:gd name="csY3" fmla="*/ 279400 h 2133600"/>
              <a:gd name="csX4" fmla="*/ 0 w 2807854"/>
              <a:gd name="csY4" fmla="*/ 38100 h 2133600"/>
              <a:gd name="csX5" fmla="*/ 317500 w 2807854"/>
              <a:gd name="csY5" fmla="*/ 546100 h 2133600"/>
              <a:gd name="csX6" fmla="*/ 25400 w 2807854"/>
              <a:gd name="csY6" fmla="*/ 152400 h 2133600"/>
              <a:gd name="csX7" fmla="*/ 50800 w 2807854"/>
              <a:gd name="csY7" fmla="*/ 355600 h 2133600"/>
              <a:gd name="csX8" fmla="*/ 127000 w 2807854"/>
              <a:gd name="csY8" fmla="*/ 635000 h 2133600"/>
              <a:gd name="csX9" fmla="*/ 215900 w 2807854"/>
              <a:gd name="csY9" fmla="*/ 787400 h 2133600"/>
              <a:gd name="csX10" fmla="*/ 711200 w 2807854"/>
              <a:gd name="csY10" fmla="*/ 1257300 h 2133600"/>
              <a:gd name="csX11" fmla="*/ 711200 w 2807854"/>
              <a:gd name="csY11" fmla="*/ 1257300 h 2133600"/>
              <a:gd name="csX12" fmla="*/ 749300 w 2807854"/>
              <a:gd name="csY12" fmla="*/ 1282700 h 2133600"/>
              <a:gd name="csX13" fmla="*/ 863600 w 2807854"/>
              <a:gd name="csY13" fmla="*/ 1460500 h 2133600"/>
              <a:gd name="csX14" fmla="*/ 939800 w 2807854"/>
              <a:gd name="csY14" fmla="*/ 1549400 h 2133600"/>
              <a:gd name="csX15" fmla="*/ 1016000 w 2807854"/>
              <a:gd name="csY15" fmla="*/ 1511300 h 2133600"/>
              <a:gd name="csX16" fmla="*/ 977900 w 2807854"/>
              <a:gd name="csY16" fmla="*/ 1676400 h 2133600"/>
              <a:gd name="csX17" fmla="*/ 901700 w 2807854"/>
              <a:gd name="csY17" fmla="*/ 1879600 h 2133600"/>
              <a:gd name="csX18" fmla="*/ 812800 w 2807854"/>
              <a:gd name="csY18" fmla="*/ 1905000 h 2133600"/>
              <a:gd name="csX19" fmla="*/ 558800 w 2807854"/>
              <a:gd name="csY19" fmla="*/ 1816100 h 2133600"/>
              <a:gd name="csX20" fmla="*/ 381000 w 2807854"/>
              <a:gd name="csY20" fmla="*/ 1638300 h 2133600"/>
              <a:gd name="csX21" fmla="*/ 749300 w 2807854"/>
              <a:gd name="csY21" fmla="*/ 1308100 h 2133600"/>
              <a:gd name="csX22" fmla="*/ 635000 w 2807854"/>
              <a:gd name="csY22" fmla="*/ 1308100 h 2133600"/>
              <a:gd name="csX23" fmla="*/ 1092200 w 2807854"/>
              <a:gd name="csY23" fmla="*/ 622300 h 2133600"/>
              <a:gd name="csX24" fmla="*/ 1181100 w 2807854"/>
              <a:gd name="csY24" fmla="*/ 596900 h 2133600"/>
              <a:gd name="csX25" fmla="*/ 1282700 w 2807854"/>
              <a:gd name="csY25" fmla="*/ 546100 h 2133600"/>
              <a:gd name="csX26" fmla="*/ 1397000 w 2807854"/>
              <a:gd name="csY26" fmla="*/ 482600 h 2133600"/>
              <a:gd name="csX27" fmla="*/ 1511300 w 2807854"/>
              <a:gd name="csY27" fmla="*/ 393700 h 2133600"/>
              <a:gd name="csX28" fmla="*/ 1511300 w 2807854"/>
              <a:gd name="csY28" fmla="*/ 127000 h 2133600"/>
              <a:gd name="csX29" fmla="*/ 1435100 w 2807854"/>
              <a:gd name="csY29" fmla="*/ 63500 h 2133600"/>
              <a:gd name="csX30" fmla="*/ 1333500 w 2807854"/>
              <a:gd name="csY30" fmla="*/ 38100 h 2133600"/>
              <a:gd name="csX31" fmla="*/ 1155700 w 2807854"/>
              <a:gd name="csY31" fmla="*/ 88900 h 2133600"/>
              <a:gd name="csX32" fmla="*/ 1092200 w 2807854"/>
              <a:gd name="csY32" fmla="*/ 127000 h 2133600"/>
              <a:gd name="csX33" fmla="*/ 1104900 w 2807854"/>
              <a:gd name="csY33" fmla="*/ 444500 h 2133600"/>
              <a:gd name="csX34" fmla="*/ 1231900 w 2807854"/>
              <a:gd name="csY34" fmla="*/ 609600 h 2133600"/>
              <a:gd name="csX35" fmla="*/ 1384300 w 2807854"/>
              <a:gd name="csY35" fmla="*/ 736600 h 2133600"/>
              <a:gd name="csX36" fmla="*/ 1422400 w 2807854"/>
              <a:gd name="csY36" fmla="*/ 762000 h 2133600"/>
              <a:gd name="csX37" fmla="*/ 1485900 w 2807854"/>
              <a:gd name="csY37" fmla="*/ 838200 h 2133600"/>
              <a:gd name="csX38" fmla="*/ 1574800 w 2807854"/>
              <a:gd name="csY38" fmla="*/ 927100 h 2133600"/>
              <a:gd name="csX39" fmla="*/ 1612900 w 2807854"/>
              <a:gd name="csY39" fmla="*/ 990600 h 2133600"/>
              <a:gd name="csX40" fmla="*/ 1651000 w 2807854"/>
              <a:gd name="csY40" fmla="*/ 1041400 h 2133600"/>
              <a:gd name="csX41" fmla="*/ 1663700 w 2807854"/>
              <a:gd name="csY41" fmla="*/ 1079500 h 2133600"/>
              <a:gd name="csX42" fmla="*/ 1625600 w 2807854"/>
              <a:gd name="csY42" fmla="*/ 1752600 h 2133600"/>
              <a:gd name="csX43" fmla="*/ 1574800 w 2807854"/>
              <a:gd name="csY43" fmla="*/ 1930400 h 2133600"/>
              <a:gd name="csX44" fmla="*/ 1536700 w 2807854"/>
              <a:gd name="csY44" fmla="*/ 1968500 h 2133600"/>
              <a:gd name="csX45" fmla="*/ 1435100 w 2807854"/>
              <a:gd name="csY45" fmla="*/ 1930400 h 2133600"/>
              <a:gd name="csX46" fmla="*/ 1384300 w 2807854"/>
              <a:gd name="csY46" fmla="*/ 1892300 h 2133600"/>
              <a:gd name="csX47" fmla="*/ 1320800 w 2807854"/>
              <a:gd name="csY47" fmla="*/ 1854200 h 2133600"/>
              <a:gd name="csX48" fmla="*/ 1270000 w 2807854"/>
              <a:gd name="csY48" fmla="*/ 1739900 h 2133600"/>
              <a:gd name="csX49" fmla="*/ 1320800 w 2807854"/>
              <a:gd name="csY49" fmla="*/ 1612900 h 2133600"/>
              <a:gd name="csX50" fmla="*/ 1765300 w 2807854"/>
              <a:gd name="csY50" fmla="*/ 1447800 h 2133600"/>
              <a:gd name="csX51" fmla="*/ 1905000 w 2807854"/>
              <a:gd name="csY51" fmla="*/ 1473200 h 2133600"/>
              <a:gd name="csX52" fmla="*/ 2349500 w 2807854"/>
              <a:gd name="csY52" fmla="*/ 1244600 h 2133600"/>
              <a:gd name="csX53" fmla="*/ 2451100 w 2807854"/>
              <a:gd name="csY53" fmla="*/ 1143000 h 2133600"/>
              <a:gd name="csX54" fmla="*/ 2374900 w 2807854"/>
              <a:gd name="csY54" fmla="*/ 1079500 h 2133600"/>
              <a:gd name="csX55" fmla="*/ 2260600 w 2807854"/>
              <a:gd name="csY55" fmla="*/ 1028700 h 2133600"/>
              <a:gd name="csX56" fmla="*/ 2247900 w 2807854"/>
              <a:gd name="csY56" fmla="*/ 1003300 h 2133600"/>
              <a:gd name="csX57" fmla="*/ 2108200 w 2807854"/>
              <a:gd name="csY57" fmla="*/ 1079500 h 2133600"/>
              <a:gd name="csX58" fmla="*/ 1955800 w 2807854"/>
              <a:gd name="csY58" fmla="*/ 1206500 h 2133600"/>
              <a:gd name="csX59" fmla="*/ 1968500 w 2807854"/>
              <a:gd name="csY59" fmla="*/ 1219200 h 2133600"/>
              <a:gd name="csX60" fmla="*/ 2019300 w 2807854"/>
              <a:gd name="csY60" fmla="*/ 1524000 h 2133600"/>
              <a:gd name="csX61" fmla="*/ 2222500 w 2807854"/>
              <a:gd name="csY61" fmla="*/ 1511300 h 2133600"/>
              <a:gd name="csX62" fmla="*/ 2374900 w 2807854"/>
              <a:gd name="csY62" fmla="*/ 1676400 h 2133600"/>
              <a:gd name="csX63" fmla="*/ 2400300 w 2807854"/>
              <a:gd name="csY63" fmla="*/ 1765300 h 2133600"/>
              <a:gd name="csX64" fmla="*/ 2425700 w 2807854"/>
              <a:gd name="csY64" fmla="*/ 1828800 h 2133600"/>
              <a:gd name="csX65" fmla="*/ 2349500 w 2807854"/>
              <a:gd name="csY65" fmla="*/ 2120900 h 2133600"/>
              <a:gd name="csX66" fmla="*/ 2273300 w 2807854"/>
              <a:gd name="csY66" fmla="*/ 2133600 h 2133600"/>
              <a:gd name="csX67" fmla="*/ 2095500 w 2807854"/>
              <a:gd name="csY67" fmla="*/ 2095500 h 2133600"/>
              <a:gd name="csX68" fmla="*/ 2044700 w 2807854"/>
              <a:gd name="csY68" fmla="*/ 2057400 h 2133600"/>
              <a:gd name="csX69" fmla="*/ 1993900 w 2807854"/>
              <a:gd name="csY69" fmla="*/ 2032000 h 2133600"/>
              <a:gd name="csX70" fmla="*/ 2006600 w 2807854"/>
              <a:gd name="csY70" fmla="*/ 1943100 h 2133600"/>
              <a:gd name="csX71" fmla="*/ 2120900 w 2807854"/>
              <a:gd name="csY71" fmla="*/ 1841500 h 2133600"/>
              <a:gd name="csX72" fmla="*/ 2540000 w 2807854"/>
              <a:gd name="csY72" fmla="*/ 1739900 h 2133600"/>
              <a:gd name="csX73" fmla="*/ 2628900 w 2807854"/>
              <a:gd name="csY73" fmla="*/ 1701800 h 2133600"/>
              <a:gd name="csX74" fmla="*/ 2705100 w 2807854"/>
              <a:gd name="csY74" fmla="*/ 1689100 h 2133600"/>
              <a:gd name="csX75" fmla="*/ 2743200 w 2807854"/>
              <a:gd name="csY75" fmla="*/ 1663700 h 2133600"/>
              <a:gd name="csX76" fmla="*/ 2781300 w 2807854"/>
              <a:gd name="csY76" fmla="*/ 1651000 h 2133600"/>
              <a:gd name="csX77" fmla="*/ 2806700 w 2807854"/>
              <a:gd name="csY77" fmla="*/ 1562100 h 2133600"/>
              <a:gd name="csX0" fmla="*/ 431800 w 2807854"/>
              <a:gd name="csY0" fmla="*/ 0 h 2133600"/>
              <a:gd name="csX1" fmla="*/ 330200 w 2807854"/>
              <a:gd name="csY1" fmla="*/ 139700 h 2133600"/>
              <a:gd name="csX2" fmla="*/ 292100 w 2807854"/>
              <a:gd name="csY2" fmla="*/ 203200 h 2133600"/>
              <a:gd name="csX3" fmla="*/ 266700 w 2807854"/>
              <a:gd name="csY3" fmla="*/ 279400 h 2133600"/>
              <a:gd name="csX4" fmla="*/ 0 w 2807854"/>
              <a:gd name="csY4" fmla="*/ 38100 h 2133600"/>
              <a:gd name="csX5" fmla="*/ 25400 w 2807854"/>
              <a:gd name="csY5" fmla="*/ 127000 h 2133600"/>
              <a:gd name="csX6" fmla="*/ 25400 w 2807854"/>
              <a:gd name="csY6" fmla="*/ 152400 h 2133600"/>
              <a:gd name="csX7" fmla="*/ 50800 w 2807854"/>
              <a:gd name="csY7" fmla="*/ 355600 h 2133600"/>
              <a:gd name="csX8" fmla="*/ 127000 w 2807854"/>
              <a:gd name="csY8" fmla="*/ 635000 h 2133600"/>
              <a:gd name="csX9" fmla="*/ 215900 w 2807854"/>
              <a:gd name="csY9" fmla="*/ 787400 h 2133600"/>
              <a:gd name="csX10" fmla="*/ 711200 w 2807854"/>
              <a:gd name="csY10" fmla="*/ 1257300 h 2133600"/>
              <a:gd name="csX11" fmla="*/ 711200 w 2807854"/>
              <a:gd name="csY11" fmla="*/ 1257300 h 2133600"/>
              <a:gd name="csX12" fmla="*/ 749300 w 2807854"/>
              <a:gd name="csY12" fmla="*/ 1282700 h 2133600"/>
              <a:gd name="csX13" fmla="*/ 863600 w 2807854"/>
              <a:gd name="csY13" fmla="*/ 1460500 h 2133600"/>
              <a:gd name="csX14" fmla="*/ 939800 w 2807854"/>
              <a:gd name="csY14" fmla="*/ 1549400 h 2133600"/>
              <a:gd name="csX15" fmla="*/ 1016000 w 2807854"/>
              <a:gd name="csY15" fmla="*/ 1511300 h 2133600"/>
              <a:gd name="csX16" fmla="*/ 977900 w 2807854"/>
              <a:gd name="csY16" fmla="*/ 1676400 h 2133600"/>
              <a:gd name="csX17" fmla="*/ 901700 w 2807854"/>
              <a:gd name="csY17" fmla="*/ 1879600 h 2133600"/>
              <a:gd name="csX18" fmla="*/ 812800 w 2807854"/>
              <a:gd name="csY18" fmla="*/ 1905000 h 2133600"/>
              <a:gd name="csX19" fmla="*/ 558800 w 2807854"/>
              <a:gd name="csY19" fmla="*/ 1816100 h 2133600"/>
              <a:gd name="csX20" fmla="*/ 381000 w 2807854"/>
              <a:gd name="csY20" fmla="*/ 1638300 h 2133600"/>
              <a:gd name="csX21" fmla="*/ 749300 w 2807854"/>
              <a:gd name="csY21" fmla="*/ 1308100 h 2133600"/>
              <a:gd name="csX22" fmla="*/ 635000 w 2807854"/>
              <a:gd name="csY22" fmla="*/ 1308100 h 2133600"/>
              <a:gd name="csX23" fmla="*/ 1092200 w 2807854"/>
              <a:gd name="csY23" fmla="*/ 622300 h 2133600"/>
              <a:gd name="csX24" fmla="*/ 1181100 w 2807854"/>
              <a:gd name="csY24" fmla="*/ 596900 h 2133600"/>
              <a:gd name="csX25" fmla="*/ 1282700 w 2807854"/>
              <a:gd name="csY25" fmla="*/ 546100 h 2133600"/>
              <a:gd name="csX26" fmla="*/ 1397000 w 2807854"/>
              <a:gd name="csY26" fmla="*/ 482600 h 2133600"/>
              <a:gd name="csX27" fmla="*/ 1511300 w 2807854"/>
              <a:gd name="csY27" fmla="*/ 393700 h 2133600"/>
              <a:gd name="csX28" fmla="*/ 1511300 w 2807854"/>
              <a:gd name="csY28" fmla="*/ 127000 h 2133600"/>
              <a:gd name="csX29" fmla="*/ 1435100 w 2807854"/>
              <a:gd name="csY29" fmla="*/ 63500 h 2133600"/>
              <a:gd name="csX30" fmla="*/ 1333500 w 2807854"/>
              <a:gd name="csY30" fmla="*/ 38100 h 2133600"/>
              <a:gd name="csX31" fmla="*/ 1155700 w 2807854"/>
              <a:gd name="csY31" fmla="*/ 88900 h 2133600"/>
              <a:gd name="csX32" fmla="*/ 1092200 w 2807854"/>
              <a:gd name="csY32" fmla="*/ 127000 h 2133600"/>
              <a:gd name="csX33" fmla="*/ 1104900 w 2807854"/>
              <a:gd name="csY33" fmla="*/ 444500 h 2133600"/>
              <a:gd name="csX34" fmla="*/ 1231900 w 2807854"/>
              <a:gd name="csY34" fmla="*/ 609600 h 2133600"/>
              <a:gd name="csX35" fmla="*/ 1384300 w 2807854"/>
              <a:gd name="csY35" fmla="*/ 736600 h 2133600"/>
              <a:gd name="csX36" fmla="*/ 1422400 w 2807854"/>
              <a:gd name="csY36" fmla="*/ 762000 h 2133600"/>
              <a:gd name="csX37" fmla="*/ 1485900 w 2807854"/>
              <a:gd name="csY37" fmla="*/ 838200 h 2133600"/>
              <a:gd name="csX38" fmla="*/ 1574800 w 2807854"/>
              <a:gd name="csY38" fmla="*/ 927100 h 2133600"/>
              <a:gd name="csX39" fmla="*/ 1612900 w 2807854"/>
              <a:gd name="csY39" fmla="*/ 990600 h 2133600"/>
              <a:gd name="csX40" fmla="*/ 1651000 w 2807854"/>
              <a:gd name="csY40" fmla="*/ 1041400 h 2133600"/>
              <a:gd name="csX41" fmla="*/ 1663700 w 2807854"/>
              <a:gd name="csY41" fmla="*/ 1079500 h 2133600"/>
              <a:gd name="csX42" fmla="*/ 1625600 w 2807854"/>
              <a:gd name="csY42" fmla="*/ 1752600 h 2133600"/>
              <a:gd name="csX43" fmla="*/ 1574800 w 2807854"/>
              <a:gd name="csY43" fmla="*/ 1930400 h 2133600"/>
              <a:gd name="csX44" fmla="*/ 1536700 w 2807854"/>
              <a:gd name="csY44" fmla="*/ 1968500 h 2133600"/>
              <a:gd name="csX45" fmla="*/ 1435100 w 2807854"/>
              <a:gd name="csY45" fmla="*/ 1930400 h 2133600"/>
              <a:gd name="csX46" fmla="*/ 1384300 w 2807854"/>
              <a:gd name="csY46" fmla="*/ 1892300 h 2133600"/>
              <a:gd name="csX47" fmla="*/ 1320800 w 2807854"/>
              <a:gd name="csY47" fmla="*/ 1854200 h 2133600"/>
              <a:gd name="csX48" fmla="*/ 1270000 w 2807854"/>
              <a:gd name="csY48" fmla="*/ 1739900 h 2133600"/>
              <a:gd name="csX49" fmla="*/ 1320800 w 2807854"/>
              <a:gd name="csY49" fmla="*/ 1612900 h 2133600"/>
              <a:gd name="csX50" fmla="*/ 1765300 w 2807854"/>
              <a:gd name="csY50" fmla="*/ 1447800 h 2133600"/>
              <a:gd name="csX51" fmla="*/ 1905000 w 2807854"/>
              <a:gd name="csY51" fmla="*/ 1473200 h 2133600"/>
              <a:gd name="csX52" fmla="*/ 2349500 w 2807854"/>
              <a:gd name="csY52" fmla="*/ 1244600 h 2133600"/>
              <a:gd name="csX53" fmla="*/ 2451100 w 2807854"/>
              <a:gd name="csY53" fmla="*/ 1143000 h 2133600"/>
              <a:gd name="csX54" fmla="*/ 2374900 w 2807854"/>
              <a:gd name="csY54" fmla="*/ 1079500 h 2133600"/>
              <a:gd name="csX55" fmla="*/ 2260600 w 2807854"/>
              <a:gd name="csY55" fmla="*/ 1028700 h 2133600"/>
              <a:gd name="csX56" fmla="*/ 2247900 w 2807854"/>
              <a:gd name="csY56" fmla="*/ 1003300 h 2133600"/>
              <a:gd name="csX57" fmla="*/ 2108200 w 2807854"/>
              <a:gd name="csY57" fmla="*/ 1079500 h 2133600"/>
              <a:gd name="csX58" fmla="*/ 1955800 w 2807854"/>
              <a:gd name="csY58" fmla="*/ 1206500 h 2133600"/>
              <a:gd name="csX59" fmla="*/ 1968500 w 2807854"/>
              <a:gd name="csY59" fmla="*/ 1219200 h 2133600"/>
              <a:gd name="csX60" fmla="*/ 2019300 w 2807854"/>
              <a:gd name="csY60" fmla="*/ 1524000 h 2133600"/>
              <a:gd name="csX61" fmla="*/ 2222500 w 2807854"/>
              <a:gd name="csY61" fmla="*/ 1511300 h 2133600"/>
              <a:gd name="csX62" fmla="*/ 2374900 w 2807854"/>
              <a:gd name="csY62" fmla="*/ 1676400 h 2133600"/>
              <a:gd name="csX63" fmla="*/ 2400300 w 2807854"/>
              <a:gd name="csY63" fmla="*/ 1765300 h 2133600"/>
              <a:gd name="csX64" fmla="*/ 2425700 w 2807854"/>
              <a:gd name="csY64" fmla="*/ 1828800 h 2133600"/>
              <a:gd name="csX65" fmla="*/ 2349500 w 2807854"/>
              <a:gd name="csY65" fmla="*/ 2120900 h 2133600"/>
              <a:gd name="csX66" fmla="*/ 2273300 w 2807854"/>
              <a:gd name="csY66" fmla="*/ 2133600 h 2133600"/>
              <a:gd name="csX67" fmla="*/ 2095500 w 2807854"/>
              <a:gd name="csY67" fmla="*/ 2095500 h 2133600"/>
              <a:gd name="csX68" fmla="*/ 2044700 w 2807854"/>
              <a:gd name="csY68" fmla="*/ 2057400 h 2133600"/>
              <a:gd name="csX69" fmla="*/ 1993900 w 2807854"/>
              <a:gd name="csY69" fmla="*/ 2032000 h 2133600"/>
              <a:gd name="csX70" fmla="*/ 2006600 w 2807854"/>
              <a:gd name="csY70" fmla="*/ 1943100 h 2133600"/>
              <a:gd name="csX71" fmla="*/ 2120900 w 2807854"/>
              <a:gd name="csY71" fmla="*/ 1841500 h 2133600"/>
              <a:gd name="csX72" fmla="*/ 2540000 w 2807854"/>
              <a:gd name="csY72" fmla="*/ 1739900 h 2133600"/>
              <a:gd name="csX73" fmla="*/ 2628900 w 2807854"/>
              <a:gd name="csY73" fmla="*/ 1701800 h 2133600"/>
              <a:gd name="csX74" fmla="*/ 2705100 w 2807854"/>
              <a:gd name="csY74" fmla="*/ 1689100 h 2133600"/>
              <a:gd name="csX75" fmla="*/ 2743200 w 2807854"/>
              <a:gd name="csY75" fmla="*/ 1663700 h 2133600"/>
              <a:gd name="csX76" fmla="*/ 2781300 w 2807854"/>
              <a:gd name="csY76" fmla="*/ 1651000 h 2133600"/>
              <a:gd name="csX77" fmla="*/ 2806700 w 2807854"/>
              <a:gd name="csY77" fmla="*/ 1562100 h 2133600"/>
              <a:gd name="csX0" fmla="*/ 431800 w 2807854"/>
              <a:gd name="csY0" fmla="*/ 24806 h 2158406"/>
              <a:gd name="csX1" fmla="*/ 330200 w 2807854"/>
              <a:gd name="csY1" fmla="*/ 164506 h 2158406"/>
              <a:gd name="csX2" fmla="*/ 292100 w 2807854"/>
              <a:gd name="csY2" fmla="*/ 228006 h 2158406"/>
              <a:gd name="csX3" fmla="*/ 50800 w 2807854"/>
              <a:gd name="csY3" fmla="*/ 12106 h 2158406"/>
              <a:gd name="csX4" fmla="*/ 0 w 2807854"/>
              <a:gd name="csY4" fmla="*/ 62906 h 2158406"/>
              <a:gd name="csX5" fmla="*/ 25400 w 2807854"/>
              <a:gd name="csY5" fmla="*/ 151806 h 2158406"/>
              <a:gd name="csX6" fmla="*/ 25400 w 2807854"/>
              <a:gd name="csY6" fmla="*/ 177206 h 2158406"/>
              <a:gd name="csX7" fmla="*/ 50800 w 2807854"/>
              <a:gd name="csY7" fmla="*/ 380406 h 2158406"/>
              <a:gd name="csX8" fmla="*/ 127000 w 2807854"/>
              <a:gd name="csY8" fmla="*/ 659806 h 2158406"/>
              <a:gd name="csX9" fmla="*/ 215900 w 2807854"/>
              <a:gd name="csY9" fmla="*/ 812206 h 2158406"/>
              <a:gd name="csX10" fmla="*/ 711200 w 2807854"/>
              <a:gd name="csY10" fmla="*/ 1282106 h 2158406"/>
              <a:gd name="csX11" fmla="*/ 711200 w 2807854"/>
              <a:gd name="csY11" fmla="*/ 1282106 h 2158406"/>
              <a:gd name="csX12" fmla="*/ 749300 w 2807854"/>
              <a:gd name="csY12" fmla="*/ 1307506 h 2158406"/>
              <a:gd name="csX13" fmla="*/ 863600 w 2807854"/>
              <a:gd name="csY13" fmla="*/ 1485306 h 2158406"/>
              <a:gd name="csX14" fmla="*/ 939800 w 2807854"/>
              <a:gd name="csY14" fmla="*/ 1574206 h 2158406"/>
              <a:gd name="csX15" fmla="*/ 1016000 w 2807854"/>
              <a:gd name="csY15" fmla="*/ 1536106 h 2158406"/>
              <a:gd name="csX16" fmla="*/ 977900 w 2807854"/>
              <a:gd name="csY16" fmla="*/ 1701206 h 2158406"/>
              <a:gd name="csX17" fmla="*/ 901700 w 2807854"/>
              <a:gd name="csY17" fmla="*/ 1904406 h 2158406"/>
              <a:gd name="csX18" fmla="*/ 812800 w 2807854"/>
              <a:gd name="csY18" fmla="*/ 1929806 h 2158406"/>
              <a:gd name="csX19" fmla="*/ 558800 w 2807854"/>
              <a:gd name="csY19" fmla="*/ 1840906 h 2158406"/>
              <a:gd name="csX20" fmla="*/ 381000 w 2807854"/>
              <a:gd name="csY20" fmla="*/ 1663106 h 2158406"/>
              <a:gd name="csX21" fmla="*/ 749300 w 2807854"/>
              <a:gd name="csY21" fmla="*/ 1332906 h 2158406"/>
              <a:gd name="csX22" fmla="*/ 635000 w 2807854"/>
              <a:gd name="csY22" fmla="*/ 1332906 h 2158406"/>
              <a:gd name="csX23" fmla="*/ 1092200 w 2807854"/>
              <a:gd name="csY23" fmla="*/ 647106 h 2158406"/>
              <a:gd name="csX24" fmla="*/ 1181100 w 2807854"/>
              <a:gd name="csY24" fmla="*/ 621706 h 2158406"/>
              <a:gd name="csX25" fmla="*/ 1282700 w 2807854"/>
              <a:gd name="csY25" fmla="*/ 570906 h 2158406"/>
              <a:gd name="csX26" fmla="*/ 1397000 w 2807854"/>
              <a:gd name="csY26" fmla="*/ 507406 h 2158406"/>
              <a:gd name="csX27" fmla="*/ 1511300 w 2807854"/>
              <a:gd name="csY27" fmla="*/ 418506 h 2158406"/>
              <a:gd name="csX28" fmla="*/ 1511300 w 2807854"/>
              <a:gd name="csY28" fmla="*/ 151806 h 2158406"/>
              <a:gd name="csX29" fmla="*/ 1435100 w 2807854"/>
              <a:gd name="csY29" fmla="*/ 88306 h 2158406"/>
              <a:gd name="csX30" fmla="*/ 1333500 w 2807854"/>
              <a:gd name="csY30" fmla="*/ 62906 h 2158406"/>
              <a:gd name="csX31" fmla="*/ 1155700 w 2807854"/>
              <a:gd name="csY31" fmla="*/ 113706 h 2158406"/>
              <a:gd name="csX32" fmla="*/ 1092200 w 2807854"/>
              <a:gd name="csY32" fmla="*/ 151806 h 2158406"/>
              <a:gd name="csX33" fmla="*/ 1104900 w 2807854"/>
              <a:gd name="csY33" fmla="*/ 469306 h 2158406"/>
              <a:gd name="csX34" fmla="*/ 1231900 w 2807854"/>
              <a:gd name="csY34" fmla="*/ 634406 h 2158406"/>
              <a:gd name="csX35" fmla="*/ 1384300 w 2807854"/>
              <a:gd name="csY35" fmla="*/ 761406 h 2158406"/>
              <a:gd name="csX36" fmla="*/ 1422400 w 2807854"/>
              <a:gd name="csY36" fmla="*/ 786806 h 2158406"/>
              <a:gd name="csX37" fmla="*/ 1485900 w 2807854"/>
              <a:gd name="csY37" fmla="*/ 863006 h 2158406"/>
              <a:gd name="csX38" fmla="*/ 1574800 w 2807854"/>
              <a:gd name="csY38" fmla="*/ 951906 h 2158406"/>
              <a:gd name="csX39" fmla="*/ 1612900 w 2807854"/>
              <a:gd name="csY39" fmla="*/ 1015406 h 2158406"/>
              <a:gd name="csX40" fmla="*/ 1651000 w 2807854"/>
              <a:gd name="csY40" fmla="*/ 1066206 h 2158406"/>
              <a:gd name="csX41" fmla="*/ 1663700 w 2807854"/>
              <a:gd name="csY41" fmla="*/ 1104306 h 2158406"/>
              <a:gd name="csX42" fmla="*/ 1625600 w 2807854"/>
              <a:gd name="csY42" fmla="*/ 1777406 h 2158406"/>
              <a:gd name="csX43" fmla="*/ 1574800 w 2807854"/>
              <a:gd name="csY43" fmla="*/ 1955206 h 2158406"/>
              <a:gd name="csX44" fmla="*/ 1536700 w 2807854"/>
              <a:gd name="csY44" fmla="*/ 1993306 h 2158406"/>
              <a:gd name="csX45" fmla="*/ 1435100 w 2807854"/>
              <a:gd name="csY45" fmla="*/ 1955206 h 2158406"/>
              <a:gd name="csX46" fmla="*/ 1384300 w 2807854"/>
              <a:gd name="csY46" fmla="*/ 1917106 h 2158406"/>
              <a:gd name="csX47" fmla="*/ 1320800 w 2807854"/>
              <a:gd name="csY47" fmla="*/ 1879006 h 2158406"/>
              <a:gd name="csX48" fmla="*/ 1270000 w 2807854"/>
              <a:gd name="csY48" fmla="*/ 1764706 h 2158406"/>
              <a:gd name="csX49" fmla="*/ 1320800 w 2807854"/>
              <a:gd name="csY49" fmla="*/ 1637706 h 2158406"/>
              <a:gd name="csX50" fmla="*/ 1765300 w 2807854"/>
              <a:gd name="csY50" fmla="*/ 1472606 h 2158406"/>
              <a:gd name="csX51" fmla="*/ 1905000 w 2807854"/>
              <a:gd name="csY51" fmla="*/ 1498006 h 2158406"/>
              <a:gd name="csX52" fmla="*/ 2349500 w 2807854"/>
              <a:gd name="csY52" fmla="*/ 1269406 h 2158406"/>
              <a:gd name="csX53" fmla="*/ 2451100 w 2807854"/>
              <a:gd name="csY53" fmla="*/ 1167806 h 2158406"/>
              <a:gd name="csX54" fmla="*/ 2374900 w 2807854"/>
              <a:gd name="csY54" fmla="*/ 1104306 h 2158406"/>
              <a:gd name="csX55" fmla="*/ 2260600 w 2807854"/>
              <a:gd name="csY55" fmla="*/ 1053506 h 2158406"/>
              <a:gd name="csX56" fmla="*/ 2247900 w 2807854"/>
              <a:gd name="csY56" fmla="*/ 1028106 h 2158406"/>
              <a:gd name="csX57" fmla="*/ 2108200 w 2807854"/>
              <a:gd name="csY57" fmla="*/ 1104306 h 2158406"/>
              <a:gd name="csX58" fmla="*/ 1955800 w 2807854"/>
              <a:gd name="csY58" fmla="*/ 1231306 h 2158406"/>
              <a:gd name="csX59" fmla="*/ 1968500 w 2807854"/>
              <a:gd name="csY59" fmla="*/ 1244006 h 2158406"/>
              <a:gd name="csX60" fmla="*/ 2019300 w 2807854"/>
              <a:gd name="csY60" fmla="*/ 1548806 h 2158406"/>
              <a:gd name="csX61" fmla="*/ 2222500 w 2807854"/>
              <a:gd name="csY61" fmla="*/ 1536106 h 2158406"/>
              <a:gd name="csX62" fmla="*/ 2374900 w 2807854"/>
              <a:gd name="csY62" fmla="*/ 1701206 h 2158406"/>
              <a:gd name="csX63" fmla="*/ 2400300 w 2807854"/>
              <a:gd name="csY63" fmla="*/ 1790106 h 2158406"/>
              <a:gd name="csX64" fmla="*/ 2425700 w 2807854"/>
              <a:gd name="csY64" fmla="*/ 1853606 h 2158406"/>
              <a:gd name="csX65" fmla="*/ 2349500 w 2807854"/>
              <a:gd name="csY65" fmla="*/ 2145706 h 2158406"/>
              <a:gd name="csX66" fmla="*/ 2273300 w 2807854"/>
              <a:gd name="csY66" fmla="*/ 2158406 h 2158406"/>
              <a:gd name="csX67" fmla="*/ 2095500 w 2807854"/>
              <a:gd name="csY67" fmla="*/ 2120306 h 2158406"/>
              <a:gd name="csX68" fmla="*/ 2044700 w 2807854"/>
              <a:gd name="csY68" fmla="*/ 2082206 h 2158406"/>
              <a:gd name="csX69" fmla="*/ 1993900 w 2807854"/>
              <a:gd name="csY69" fmla="*/ 2056806 h 2158406"/>
              <a:gd name="csX70" fmla="*/ 2006600 w 2807854"/>
              <a:gd name="csY70" fmla="*/ 1967906 h 2158406"/>
              <a:gd name="csX71" fmla="*/ 2120900 w 2807854"/>
              <a:gd name="csY71" fmla="*/ 1866306 h 2158406"/>
              <a:gd name="csX72" fmla="*/ 2540000 w 2807854"/>
              <a:gd name="csY72" fmla="*/ 1764706 h 2158406"/>
              <a:gd name="csX73" fmla="*/ 2628900 w 2807854"/>
              <a:gd name="csY73" fmla="*/ 1726606 h 2158406"/>
              <a:gd name="csX74" fmla="*/ 2705100 w 2807854"/>
              <a:gd name="csY74" fmla="*/ 1713906 h 2158406"/>
              <a:gd name="csX75" fmla="*/ 2743200 w 2807854"/>
              <a:gd name="csY75" fmla="*/ 1688506 h 2158406"/>
              <a:gd name="csX76" fmla="*/ 2781300 w 2807854"/>
              <a:gd name="csY76" fmla="*/ 1675806 h 2158406"/>
              <a:gd name="csX77" fmla="*/ 2806700 w 2807854"/>
              <a:gd name="csY77" fmla="*/ 1586906 h 2158406"/>
              <a:gd name="csX0" fmla="*/ 431800 w 2807854"/>
              <a:gd name="csY0" fmla="*/ 168087 h 2301687"/>
              <a:gd name="csX1" fmla="*/ 330200 w 2807854"/>
              <a:gd name="csY1" fmla="*/ 307787 h 2301687"/>
              <a:gd name="csX2" fmla="*/ 63500 w 2807854"/>
              <a:gd name="csY2" fmla="*/ 2987 h 2301687"/>
              <a:gd name="csX3" fmla="*/ 50800 w 2807854"/>
              <a:gd name="csY3" fmla="*/ 155387 h 2301687"/>
              <a:gd name="csX4" fmla="*/ 0 w 2807854"/>
              <a:gd name="csY4" fmla="*/ 206187 h 2301687"/>
              <a:gd name="csX5" fmla="*/ 25400 w 2807854"/>
              <a:gd name="csY5" fmla="*/ 295087 h 2301687"/>
              <a:gd name="csX6" fmla="*/ 25400 w 2807854"/>
              <a:gd name="csY6" fmla="*/ 320487 h 2301687"/>
              <a:gd name="csX7" fmla="*/ 50800 w 2807854"/>
              <a:gd name="csY7" fmla="*/ 523687 h 2301687"/>
              <a:gd name="csX8" fmla="*/ 127000 w 2807854"/>
              <a:gd name="csY8" fmla="*/ 803087 h 2301687"/>
              <a:gd name="csX9" fmla="*/ 215900 w 2807854"/>
              <a:gd name="csY9" fmla="*/ 955487 h 2301687"/>
              <a:gd name="csX10" fmla="*/ 711200 w 2807854"/>
              <a:gd name="csY10" fmla="*/ 1425387 h 2301687"/>
              <a:gd name="csX11" fmla="*/ 711200 w 2807854"/>
              <a:gd name="csY11" fmla="*/ 1425387 h 2301687"/>
              <a:gd name="csX12" fmla="*/ 749300 w 2807854"/>
              <a:gd name="csY12" fmla="*/ 1450787 h 2301687"/>
              <a:gd name="csX13" fmla="*/ 863600 w 2807854"/>
              <a:gd name="csY13" fmla="*/ 1628587 h 2301687"/>
              <a:gd name="csX14" fmla="*/ 939800 w 2807854"/>
              <a:gd name="csY14" fmla="*/ 1717487 h 2301687"/>
              <a:gd name="csX15" fmla="*/ 1016000 w 2807854"/>
              <a:gd name="csY15" fmla="*/ 1679387 h 2301687"/>
              <a:gd name="csX16" fmla="*/ 977900 w 2807854"/>
              <a:gd name="csY16" fmla="*/ 1844487 h 2301687"/>
              <a:gd name="csX17" fmla="*/ 901700 w 2807854"/>
              <a:gd name="csY17" fmla="*/ 2047687 h 2301687"/>
              <a:gd name="csX18" fmla="*/ 812800 w 2807854"/>
              <a:gd name="csY18" fmla="*/ 2073087 h 2301687"/>
              <a:gd name="csX19" fmla="*/ 558800 w 2807854"/>
              <a:gd name="csY19" fmla="*/ 1984187 h 2301687"/>
              <a:gd name="csX20" fmla="*/ 381000 w 2807854"/>
              <a:gd name="csY20" fmla="*/ 1806387 h 2301687"/>
              <a:gd name="csX21" fmla="*/ 749300 w 2807854"/>
              <a:gd name="csY21" fmla="*/ 1476187 h 2301687"/>
              <a:gd name="csX22" fmla="*/ 635000 w 2807854"/>
              <a:gd name="csY22" fmla="*/ 1476187 h 2301687"/>
              <a:gd name="csX23" fmla="*/ 1092200 w 2807854"/>
              <a:gd name="csY23" fmla="*/ 790387 h 2301687"/>
              <a:gd name="csX24" fmla="*/ 1181100 w 2807854"/>
              <a:gd name="csY24" fmla="*/ 764987 h 2301687"/>
              <a:gd name="csX25" fmla="*/ 1282700 w 2807854"/>
              <a:gd name="csY25" fmla="*/ 714187 h 2301687"/>
              <a:gd name="csX26" fmla="*/ 1397000 w 2807854"/>
              <a:gd name="csY26" fmla="*/ 650687 h 2301687"/>
              <a:gd name="csX27" fmla="*/ 1511300 w 2807854"/>
              <a:gd name="csY27" fmla="*/ 561787 h 2301687"/>
              <a:gd name="csX28" fmla="*/ 1511300 w 2807854"/>
              <a:gd name="csY28" fmla="*/ 295087 h 2301687"/>
              <a:gd name="csX29" fmla="*/ 1435100 w 2807854"/>
              <a:gd name="csY29" fmla="*/ 231587 h 2301687"/>
              <a:gd name="csX30" fmla="*/ 1333500 w 2807854"/>
              <a:gd name="csY30" fmla="*/ 206187 h 2301687"/>
              <a:gd name="csX31" fmla="*/ 1155700 w 2807854"/>
              <a:gd name="csY31" fmla="*/ 256987 h 2301687"/>
              <a:gd name="csX32" fmla="*/ 1092200 w 2807854"/>
              <a:gd name="csY32" fmla="*/ 295087 h 2301687"/>
              <a:gd name="csX33" fmla="*/ 1104900 w 2807854"/>
              <a:gd name="csY33" fmla="*/ 612587 h 2301687"/>
              <a:gd name="csX34" fmla="*/ 1231900 w 2807854"/>
              <a:gd name="csY34" fmla="*/ 777687 h 2301687"/>
              <a:gd name="csX35" fmla="*/ 1384300 w 2807854"/>
              <a:gd name="csY35" fmla="*/ 904687 h 2301687"/>
              <a:gd name="csX36" fmla="*/ 1422400 w 2807854"/>
              <a:gd name="csY36" fmla="*/ 930087 h 2301687"/>
              <a:gd name="csX37" fmla="*/ 1485900 w 2807854"/>
              <a:gd name="csY37" fmla="*/ 1006287 h 2301687"/>
              <a:gd name="csX38" fmla="*/ 1574800 w 2807854"/>
              <a:gd name="csY38" fmla="*/ 1095187 h 2301687"/>
              <a:gd name="csX39" fmla="*/ 1612900 w 2807854"/>
              <a:gd name="csY39" fmla="*/ 1158687 h 2301687"/>
              <a:gd name="csX40" fmla="*/ 1651000 w 2807854"/>
              <a:gd name="csY40" fmla="*/ 1209487 h 2301687"/>
              <a:gd name="csX41" fmla="*/ 1663700 w 2807854"/>
              <a:gd name="csY41" fmla="*/ 1247587 h 2301687"/>
              <a:gd name="csX42" fmla="*/ 1625600 w 2807854"/>
              <a:gd name="csY42" fmla="*/ 1920687 h 2301687"/>
              <a:gd name="csX43" fmla="*/ 1574800 w 2807854"/>
              <a:gd name="csY43" fmla="*/ 2098487 h 2301687"/>
              <a:gd name="csX44" fmla="*/ 1536700 w 2807854"/>
              <a:gd name="csY44" fmla="*/ 2136587 h 2301687"/>
              <a:gd name="csX45" fmla="*/ 1435100 w 2807854"/>
              <a:gd name="csY45" fmla="*/ 2098487 h 2301687"/>
              <a:gd name="csX46" fmla="*/ 1384300 w 2807854"/>
              <a:gd name="csY46" fmla="*/ 2060387 h 2301687"/>
              <a:gd name="csX47" fmla="*/ 1320800 w 2807854"/>
              <a:gd name="csY47" fmla="*/ 2022287 h 2301687"/>
              <a:gd name="csX48" fmla="*/ 1270000 w 2807854"/>
              <a:gd name="csY48" fmla="*/ 1907987 h 2301687"/>
              <a:gd name="csX49" fmla="*/ 1320800 w 2807854"/>
              <a:gd name="csY49" fmla="*/ 1780987 h 2301687"/>
              <a:gd name="csX50" fmla="*/ 1765300 w 2807854"/>
              <a:gd name="csY50" fmla="*/ 1615887 h 2301687"/>
              <a:gd name="csX51" fmla="*/ 1905000 w 2807854"/>
              <a:gd name="csY51" fmla="*/ 1641287 h 2301687"/>
              <a:gd name="csX52" fmla="*/ 2349500 w 2807854"/>
              <a:gd name="csY52" fmla="*/ 1412687 h 2301687"/>
              <a:gd name="csX53" fmla="*/ 2451100 w 2807854"/>
              <a:gd name="csY53" fmla="*/ 1311087 h 2301687"/>
              <a:gd name="csX54" fmla="*/ 2374900 w 2807854"/>
              <a:gd name="csY54" fmla="*/ 1247587 h 2301687"/>
              <a:gd name="csX55" fmla="*/ 2260600 w 2807854"/>
              <a:gd name="csY55" fmla="*/ 1196787 h 2301687"/>
              <a:gd name="csX56" fmla="*/ 2247900 w 2807854"/>
              <a:gd name="csY56" fmla="*/ 1171387 h 2301687"/>
              <a:gd name="csX57" fmla="*/ 2108200 w 2807854"/>
              <a:gd name="csY57" fmla="*/ 1247587 h 2301687"/>
              <a:gd name="csX58" fmla="*/ 1955800 w 2807854"/>
              <a:gd name="csY58" fmla="*/ 1374587 h 2301687"/>
              <a:gd name="csX59" fmla="*/ 1968500 w 2807854"/>
              <a:gd name="csY59" fmla="*/ 1387287 h 2301687"/>
              <a:gd name="csX60" fmla="*/ 2019300 w 2807854"/>
              <a:gd name="csY60" fmla="*/ 1692087 h 2301687"/>
              <a:gd name="csX61" fmla="*/ 2222500 w 2807854"/>
              <a:gd name="csY61" fmla="*/ 1679387 h 2301687"/>
              <a:gd name="csX62" fmla="*/ 2374900 w 2807854"/>
              <a:gd name="csY62" fmla="*/ 1844487 h 2301687"/>
              <a:gd name="csX63" fmla="*/ 2400300 w 2807854"/>
              <a:gd name="csY63" fmla="*/ 1933387 h 2301687"/>
              <a:gd name="csX64" fmla="*/ 2425700 w 2807854"/>
              <a:gd name="csY64" fmla="*/ 1996887 h 2301687"/>
              <a:gd name="csX65" fmla="*/ 2349500 w 2807854"/>
              <a:gd name="csY65" fmla="*/ 2288987 h 2301687"/>
              <a:gd name="csX66" fmla="*/ 2273300 w 2807854"/>
              <a:gd name="csY66" fmla="*/ 2301687 h 2301687"/>
              <a:gd name="csX67" fmla="*/ 2095500 w 2807854"/>
              <a:gd name="csY67" fmla="*/ 2263587 h 2301687"/>
              <a:gd name="csX68" fmla="*/ 2044700 w 2807854"/>
              <a:gd name="csY68" fmla="*/ 2225487 h 2301687"/>
              <a:gd name="csX69" fmla="*/ 1993900 w 2807854"/>
              <a:gd name="csY69" fmla="*/ 2200087 h 2301687"/>
              <a:gd name="csX70" fmla="*/ 2006600 w 2807854"/>
              <a:gd name="csY70" fmla="*/ 2111187 h 2301687"/>
              <a:gd name="csX71" fmla="*/ 2120900 w 2807854"/>
              <a:gd name="csY71" fmla="*/ 2009587 h 2301687"/>
              <a:gd name="csX72" fmla="*/ 2540000 w 2807854"/>
              <a:gd name="csY72" fmla="*/ 1907987 h 2301687"/>
              <a:gd name="csX73" fmla="*/ 2628900 w 2807854"/>
              <a:gd name="csY73" fmla="*/ 1869887 h 2301687"/>
              <a:gd name="csX74" fmla="*/ 2705100 w 2807854"/>
              <a:gd name="csY74" fmla="*/ 1857187 h 2301687"/>
              <a:gd name="csX75" fmla="*/ 2743200 w 2807854"/>
              <a:gd name="csY75" fmla="*/ 1831787 h 2301687"/>
              <a:gd name="csX76" fmla="*/ 2781300 w 2807854"/>
              <a:gd name="csY76" fmla="*/ 1819087 h 2301687"/>
              <a:gd name="csX77" fmla="*/ 2806700 w 2807854"/>
              <a:gd name="csY77" fmla="*/ 1730187 h 2301687"/>
              <a:gd name="csX0" fmla="*/ 431800 w 2807854"/>
              <a:gd name="csY0" fmla="*/ 168087 h 2301687"/>
              <a:gd name="csX1" fmla="*/ 330200 w 2807854"/>
              <a:gd name="csY1" fmla="*/ 307787 h 2301687"/>
              <a:gd name="csX2" fmla="*/ 63500 w 2807854"/>
              <a:gd name="csY2" fmla="*/ 2987 h 2301687"/>
              <a:gd name="csX3" fmla="*/ 50800 w 2807854"/>
              <a:gd name="csY3" fmla="*/ 155387 h 2301687"/>
              <a:gd name="csX4" fmla="*/ 0 w 2807854"/>
              <a:gd name="csY4" fmla="*/ 206187 h 2301687"/>
              <a:gd name="csX5" fmla="*/ 25400 w 2807854"/>
              <a:gd name="csY5" fmla="*/ 295087 h 2301687"/>
              <a:gd name="csX6" fmla="*/ 25400 w 2807854"/>
              <a:gd name="csY6" fmla="*/ 320487 h 2301687"/>
              <a:gd name="csX7" fmla="*/ 50800 w 2807854"/>
              <a:gd name="csY7" fmla="*/ 523687 h 2301687"/>
              <a:gd name="csX8" fmla="*/ 127000 w 2807854"/>
              <a:gd name="csY8" fmla="*/ 803087 h 2301687"/>
              <a:gd name="csX9" fmla="*/ 215900 w 2807854"/>
              <a:gd name="csY9" fmla="*/ 955487 h 2301687"/>
              <a:gd name="csX10" fmla="*/ 711200 w 2807854"/>
              <a:gd name="csY10" fmla="*/ 1425387 h 2301687"/>
              <a:gd name="csX11" fmla="*/ 711200 w 2807854"/>
              <a:gd name="csY11" fmla="*/ 1425387 h 2301687"/>
              <a:gd name="csX12" fmla="*/ 749300 w 2807854"/>
              <a:gd name="csY12" fmla="*/ 1450787 h 2301687"/>
              <a:gd name="csX13" fmla="*/ 863600 w 2807854"/>
              <a:gd name="csY13" fmla="*/ 1628587 h 2301687"/>
              <a:gd name="csX14" fmla="*/ 939800 w 2807854"/>
              <a:gd name="csY14" fmla="*/ 1717487 h 2301687"/>
              <a:gd name="csX15" fmla="*/ 965200 w 2807854"/>
              <a:gd name="csY15" fmla="*/ 1717487 h 2301687"/>
              <a:gd name="csX16" fmla="*/ 977900 w 2807854"/>
              <a:gd name="csY16" fmla="*/ 1844487 h 2301687"/>
              <a:gd name="csX17" fmla="*/ 901700 w 2807854"/>
              <a:gd name="csY17" fmla="*/ 2047687 h 2301687"/>
              <a:gd name="csX18" fmla="*/ 812800 w 2807854"/>
              <a:gd name="csY18" fmla="*/ 2073087 h 2301687"/>
              <a:gd name="csX19" fmla="*/ 558800 w 2807854"/>
              <a:gd name="csY19" fmla="*/ 1984187 h 2301687"/>
              <a:gd name="csX20" fmla="*/ 381000 w 2807854"/>
              <a:gd name="csY20" fmla="*/ 1806387 h 2301687"/>
              <a:gd name="csX21" fmla="*/ 749300 w 2807854"/>
              <a:gd name="csY21" fmla="*/ 1476187 h 2301687"/>
              <a:gd name="csX22" fmla="*/ 635000 w 2807854"/>
              <a:gd name="csY22" fmla="*/ 1476187 h 2301687"/>
              <a:gd name="csX23" fmla="*/ 1092200 w 2807854"/>
              <a:gd name="csY23" fmla="*/ 790387 h 2301687"/>
              <a:gd name="csX24" fmla="*/ 1181100 w 2807854"/>
              <a:gd name="csY24" fmla="*/ 764987 h 2301687"/>
              <a:gd name="csX25" fmla="*/ 1282700 w 2807854"/>
              <a:gd name="csY25" fmla="*/ 714187 h 2301687"/>
              <a:gd name="csX26" fmla="*/ 1397000 w 2807854"/>
              <a:gd name="csY26" fmla="*/ 650687 h 2301687"/>
              <a:gd name="csX27" fmla="*/ 1511300 w 2807854"/>
              <a:gd name="csY27" fmla="*/ 561787 h 2301687"/>
              <a:gd name="csX28" fmla="*/ 1511300 w 2807854"/>
              <a:gd name="csY28" fmla="*/ 295087 h 2301687"/>
              <a:gd name="csX29" fmla="*/ 1435100 w 2807854"/>
              <a:gd name="csY29" fmla="*/ 231587 h 2301687"/>
              <a:gd name="csX30" fmla="*/ 1333500 w 2807854"/>
              <a:gd name="csY30" fmla="*/ 206187 h 2301687"/>
              <a:gd name="csX31" fmla="*/ 1155700 w 2807854"/>
              <a:gd name="csY31" fmla="*/ 256987 h 2301687"/>
              <a:gd name="csX32" fmla="*/ 1092200 w 2807854"/>
              <a:gd name="csY32" fmla="*/ 295087 h 2301687"/>
              <a:gd name="csX33" fmla="*/ 1104900 w 2807854"/>
              <a:gd name="csY33" fmla="*/ 612587 h 2301687"/>
              <a:gd name="csX34" fmla="*/ 1231900 w 2807854"/>
              <a:gd name="csY34" fmla="*/ 777687 h 2301687"/>
              <a:gd name="csX35" fmla="*/ 1384300 w 2807854"/>
              <a:gd name="csY35" fmla="*/ 904687 h 2301687"/>
              <a:gd name="csX36" fmla="*/ 1422400 w 2807854"/>
              <a:gd name="csY36" fmla="*/ 930087 h 2301687"/>
              <a:gd name="csX37" fmla="*/ 1485900 w 2807854"/>
              <a:gd name="csY37" fmla="*/ 1006287 h 2301687"/>
              <a:gd name="csX38" fmla="*/ 1574800 w 2807854"/>
              <a:gd name="csY38" fmla="*/ 1095187 h 2301687"/>
              <a:gd name="csX39" fmla="*/ 1612900 w 2807854"/>
              <a:gd name="csY39" fmla="*/ 1158687 h 2301687"/>
              <a:gd name="csX40" fmla="*/ 1651000 w 2807854"/>
              <a:gd name="csY40" fmla="*/ 1209487 h 2301687"/>
              <a:gd name="csX41" fmla="*/ 1663700 w 2807854"/>
              <a:gd name="csY41" fmla="*/ 1247587 h 2301687"/>
              <a:gd name="csX42" fmla="*/ 1625600 w 2807854"/>
              <a:gd name="csY42" fmla="*/ 1920687 h 2301687"/>
              <a:gd name="csX43" fmla="*/ 1574800 w 2807854"/>
              <a:gd name="csY43" fmla="*/ 2098487 h 2301687"/>
              <a:gd name="csX44" fmla="*/ 1536700 w 2807854"/>
              <a:gd name="csY44" fmla="*/ 2136587 h 2301687"/>
              <a:gd name="csX45" fmla="*/ 1435100 w 2807854"/>
              <a:gd name="csY45" fmla="*/ 2098487 h 2301687"/>
              <a:gd name="csX46" fmla="*/ 1384300 w 2807854"/>
              <a:gd name="csY46" fmla="*/ 2060387 h 2301687"/>
              <a:gd name="csX47" fmla="*/ 1320800 w 2807854"/>
              <a:gd name="csY47" fmla="*/ 2022287 h 2301687"/>
              <a:gd name="csX48" fmla="*/ 1270000 w 2807854"/>
              <a:gd name="csY48" fmla="*/ 1907987 h 2301687"/>
              <a:gd name="csX49" fmla="*/ 1320800 w 2807854"/>
              <a:gd name="csY49" fmla="*/ 1780987 h 2301687"/>
              <a:gd name="csX50" fmla="*/ 1765300 w 2807854"/>
              <a:gd name="csY50" fmla="*/ 1615887 h 2301687"/>
              <a:gd name="csX51" fmla="*/ 1905000 w 2807854"/>
              <a:gd name="csY51" fmla="*/ 1641287 h 2301687"/>
              <a:gd name="csX52" fmla="*/ 2349500 w 2807854"/>
              <a:gd name="csY52" fmla="*/ 1412687 h 2301687"/>
              <a:gd name="csX53" fmla="*/ 2451100 w 2807854"/>
              <a:gd name="csY53" fmla="*/ 1311087 h 2301687"/>
              <a:gd name="csX54" fmla="*/ 2374900 w 2807854"/>
              <a:gd name="csY54" fmla="*/ 1247587 h 2301687"/>
              <a:gd name="csX55" fmla="*/ 2260600 w 2807854"/>
              <a:gd name="csY55" fmla="*/ 1196787 h 2301687"/>
              <a:gd name="csX56" fmla="*/ 2247900 w 2807854"/>
              <a:gd name="csY56" fmla="*/ 1171387 h 2301687"/>
              <a:gd name="csX57" fmla="*/ 2108200 w 2807854"/>
              <a:gd name="csY57" fmla="*/ 1247587 h 2301687"/>
              <a:gd name="csX58" fmla="*/ 1955800 w 2807854"/>
              <a:gd name="csY58" fmla="*/ 1374587 h 2301687"/>
              <a:gd name="csX59" fmla="*/ 1968500 w 2807854"/>
              <a:gd name="csY59" fmla="*/ 1387287 h 2301687"/>
              <a:gd name="csX60" fmla="*/ 2019300 w 2807854"/>
              <a:gd name="csY60" fmla="*/ 1692087 h 2301687"/>
              <a:gd name="csX61" fmla="*/ 2222500 w 2807854"/>
              <a:gd name="csY61" fmla="*/ 1679387 h 2301687"/>
              <a:gd name="csX62" fmla="*/ 2374900 w 2807854"/>
              <a:gd name="csY62" fmla="*/ 1844487 h 2301687"/>
              <a:gd name="csX63" fmla="*/ 2400300 w 2807854"/>
              <a:gd name="csY63" fmla="*/ 1933387 h 2301687"/>
              <a:gd name="csX64" fmla="*/ 2425700 w 2807854"/>
              <a:gd name="csY64" fmla="*/ 1996887 h 2301687"/>
              <a:gd name="csX65" fmla="*/ 2349500 w 2807854"/>
              <a:gd name="csY65" fmla="*/ 2288987 h 2301687"/>
              <a:gd name="csX66" fmla="*/ 2273300 w 2807854"/>
              <a:gd name="csY66" fmla="*/ 2301687 h 2301687"/>
              <a:gd name="csX67" fmla="*/ 2095500 w 2807854"/>
              <a:gd name="csY67" fmla="*/ 2263587 h 2301687"/>
              <a:gd name="csX68" fmla="*/ 2044700 w 2807854"/>
              <a:gd name="csY68" fmla="*/ 2225487 h 2301687"/>
              <a:gd name="csX69" fmla="*/ 1993900 w 2807854"/>
              <a:gd name="csY69" fmla="*/ 2200087 h 2301687"/>
              <a:gd name="csX70" fmla="*/ 2006600 w 2807854"/>
              <a:gd name="csY70" fmla="*/ 2111187 h 2301687"/>
              <a:gd name="csX71" fmla="*/ 2120900 w 2807854"/>
              <a:gd name="csY71" fmla="*/ 2009587 h 2301687"/>
              <a:gd name="csX72" fmla="*/ 2540000 w 2807854"/>
              <a:gd name="csY72" fmla="*/ 1907987 h 2301687"/>
              <a:gd name="csX73" fmla="*/ 2628900 w 2807854"/>
              <a:gd name="csY73" fmla="*/ 1869887 h 2301687"/>
              <a:gd name="csX74" fmla="*/ 2705100 w 2807854"/>
              <a:gd name="csY74" fmla="*/ 1857187 h 2301687"/>
              <a:gd name="csX75" fmla="*/ 2743200 w 2807854"/>
              <a:gd name="csY75" fmla="*/ 1831787 h 2301687"/>
              <a:gd name="csX76" fmla="*/ 2781300 w 2807854"/>
              <a:gd name="csY76" fmla="*/ 1819087 h 2301687"/>
              <a:gd name="csX77" fmla="*/ 2806700 w 2807854"/>
              <a:gd name="csY77" fmla="*/ 1730187 h 2301687"/>
              <a:gd name="csX0" fmla="*/ 431800 w 2807854"/>
              <a:gd name="csY0" fmla="*/ 165100 h 2298700"/>
              <a:gd name="csX1" fmla="*/ 63500 w 2807854"/>
              <a:gd name="csY1" fmla="*/ 0 h 2298700"/>
              <a:gd name="csX2" fmla="*/ 63500 w 2807854"/>
              <a:gd name="csY2" fmla="*/ 0 h 2298700"/>
              <a:gd name="csX3" fmla="*/ 50800 w 2807854"/>
              <a:gd name="csY3" fmla="*/ 152400 h 2298700"/>
              <a:gd name="csX4" fmla="*/ 0 w 2807854"/>
              <a:gd name="csY4" fmla="*/ 203200 h 2298700"/>
              <a:gd name="csX5" fmla="*/ 25400 w 2807854"/>
              <a:gd name="csY5" fmla="*/ 292100 h 2298700"/>
              <a:gd name="csX6" fmla="*/ 25400 w 2807854"/>
              <a:gd name="csY6" fmla="*/ 317500 h 2298700"/>
              <a:gd name="csX7" fmla="*/ 50800 w 2807854"/>
              <a:gd name="csY7" fmla="*/ 520700 h 2298700"/>
              <a:gd name="csX8" fmla="*/ 127000 w 2807854"/>
              <a:gd name="csY8" fmla="*/ 800100 h 2298700"/>
              <a:gd name="csX9" fmla="*/ 215900 w 2807854"/>
              <a:gd name="csY9" fmla="*/ 952500 h 2298700"/>
              <a:gd name="csX10" fmla="*/ 711200 w 2807854"/>
              <a:gd name="csY10" fmla="*/ 1422400 h 2298700"/>
              <a:gd name="csX11" fmla="*/ 711200 w 2807854"/>
              <a:gd name="csY11" fmla="*/ 1422400 h 2298700"/>
              <a:gd name="csX12" fmla="*/ 749300 w 2807854"/>
              <a:gd name="csY12" fmla="*/ 1447800 h 2298700"/>
              <a:gd name="csX13" fmla="*/ 863600 w 2807854"/>
              <a:gd name="csY13" fmla="*/ 1625600 h 2298700"/>
              <a:gd name="csX14" fmla="*/ 939800 w 2807854"/>
              <a:gd name="csY14" fmla="*/ 1714500 h 2298700"/>
              <a:gd name="csX15" fmla="*/ 965200 w 2807854"/>
              <a:gd name="csY15" fmla="*/ 1714500 h 2298700"/>
              <a:gd name="csX16" fmla="*/ 977900 w 2807854"/>
              <a:gd name="csY16" fmla="*/ 1841500 h 2298700"/>
              <a:gd name="csX17" fmla="*/ 901700 w 2807854"/>
              <a:gd name="csY17" fmla="*/ 2044700 h 2298700"/>
              <a:gd name="csX18" fmla="*/ 812800 w 2807854"/>
              <a:gd name="csY18" fmla="*/ 2070100 h 2298700"/>
              <a:gd name="csX19" fmla="*/ 558800 w 2807854"/>
              <a:gd name="csY19" fmla="*/ 1981200 h 2298700"/>
              <a:gd name="csX20" fmla="*/ 381000 w 2807854"/>
              <a:gd name="csY20" fmla="*/ 1803400 h 2298700"/>
              <a:gd name="csX21" fmla="*/ 749300 w 2807854"/>
              <a:gd name="csY21" fmla="*/ 1473200 h 2298700"/>
              <a:gd name="csX22" fmla="*/ 635000 w 2807854"/>
              <a:gd name="csY22" fmla="*/ 1473200 h 2298700"/>
              <a:gd name="csX23" fmla="*/ 1092200 w 2807854"/>
              <a:gd name="csY23" fmla="*/ 787400 h 2298700"/>
              <a:gd name="csX24" fmla="*/ 1181100 w 2807854"/>
              <a:gd name="csY24" fmla="*/ 762000 h 2298700"/>
              <a:gd name="csX25" fmla="*/ 1282700 w 2807854"/>
              <a:gd name="csY25" fmla="*/ 711200 h 2298700"/>
              <a:gd name="csX26" fmla="*/ 1397000 w 2807854"/>
              <a:gd name="csY26" fmla="*/ 647700 h 2298700"/>
              <a:gd name="csX27" fmla="*/ 1511300 w 2807854"/>
              <a:gd name="csY27" fmla="*/ 558800 h 2298700"/>
              <a:gd name="csX28" fmla="*/ 1511300 w 2807854"/>
              <a:gd name="csY28" fmla="*/ 292100 h 2298700"/>
              <a:gd name="csX29" fmla="*/ 1435100 w 2807854"/>
              <a:gd name="csY29" fmla="*/ 228600 h 2298700"/>
              <a:gd name="csX30" fmla="*/ 1333500 w 2807854"/>
              <a:gd name="csY30" fmla="*/ 203200 h 2298700"/>
              <a:gd name="csX31" fmla="*/ 1155700 w 2807854"/>
              <a:gd name="csY31" fmla="*/ 254000 h 2298700"/>
              <a:gd name="csX32" fmla="*/ 1092200 w 2807854"/>
              <a:gd name="csY32" fmla="*/ 292100 h 2298700"/>
              <a:gd name="csX33" fmla="*/ 1104900 w 2807854"/>
              <a:gd name="csY33" fmla="*/ 609600 h 2298700"/>
              <a:gd name="csX34" fmla="*/ 1231900 w 2807854"/>
              <a:gd name="csY34" fmla="*/ 774700 h 2298700"/>
              <a:gd name="csX35" fmla="*/ 1384300 w 2807854"/>
              <a:gd name="csY35" fmla="*/ 901700 h 2298700"/>
              <a:gd name="csX36" fmla="*/ 1422400 w 2807854"/>
              <a:gd name="csY36" fmla="*/ 927100 h 2298700"/>
              <a:gd name="csX37" fmla="*/ 1485900 w 2807854"/>
              <a:gd name="csY37" fmla="*/ 1003300 h 2298700"/>
              <a:gd name="csX38" fmla="*/ 1574800 w 2807854"/>
              <a:gd name="csY38" fmla="*/ 1092200 h 2298700"/>
              <a:gd name="csX39" fmla="*/ 1612900 w 2807854"/>
              <a:gd name="csY39" fmla="*/ 1155700 h 2298700"/>
              <a:gd name="csX40" fmla="*/ 1651000 w 2807854"/>
              <a:gd name="csY40" fmla="*/ 1206500 h 2298700"/>
              <a:gd name="csX41" fmla="*/ 1663700 w 2807854"/>
              <a:gd name="csY41" fmla="*/ 1244600 h 2298700"/>
              <a:gd name="csX42" fmla="*/ 1625600 w 2807854"/>
              <a:gd name="csY42" fmla="*/ 1917700 h 2298700"/>
              <a:gd name="csX43" fmla="*/ 1574800 w 2807854"/>
              <a:gd name="csY43" fmla="*/ 2095500 h 2298700"/>
              <a:gd name="csX44" fmla="*/ 1536700 w 2807854"/>
              <a:gd name="csY44" fmla="*/ 2133600 h 2298700"/>
              <a:gd name="csX45" fmla="*/ 1435100 w 2807854"/>
              <a:gd name="csY45" fmla="*/ 2095500 h 2298700"/>
              <a:gd name="csX46" fmla="*/ 1384300 w 2807854"/>
              <a:gd name="csY46" fmla="*/ 2057400 h 2298700"/>
              <a:gd name="csX47" fmla="*/ 1320800 w 2807854"/>
              <a:gd name="csY47" fmla="*/ 2019300 h 2298700"/>
              <a:gd name="csX48" fmla="*/ 1270000 w 2807854"/>
              <a:gd name="csY48" fmla="*/ 1905000 h 2298700"/>
              <a:gd name="csX49" fmla="*/ 1320800 w 2807854"/>
              <a:gd name="csY49" fmla="*/ 1778000 h 2298700"/>
              <a:gd name="csX50" fmla="*/ 1765300 w 2807854"/>
              <a:gd name="csY50" fmla="*/ 1612900 h 2298700"/>
              <a:gd name="csX51" fmla="*/ 1905000 w 2807854"/>
              <a:gd name="csY51" fmla="*/ 1638300 h 2298700"/>
              <a:gd name="csX52" fmla="*/ 2349500 w 2807854"/>
              <a:gd name="csY52" fmla="*/ 1409700 h 2298700"/>
              <a:gd name="csX53" fmla="*/ 2451100 w 2807854"/>
              <a:gd name="csY53" fmla="*/ 1308100 h 2298700"/>
              <a:gd name="csX54" fmla="*/ 2374900 w 2807854"/>
              <a:gd name="csY54" fmla="*/ 1244600 h 2298700"/>
              <a:gd name="csX55" fmla="*/ 2260600 w 2807854"/>
              <a:gd name="csY55" fmla="*/ 1193800 h 2298700"/>
              <a:gd name="csX56" fmla="*/ 2247900 w 2807854"/>
              <a:gd name="csY56" fmla="*/ 1168400 h 2298700"/>
              <a:gd name="csX57" fmla="*/ 2108200 w 2807854"/>
              <a:gd name="csY57" fmla="*/ 1244600 h 2298700"/>
              <a:gd name="csX58" fmla="*/ 1955800 w 2807854"/>
              <a:gd name="csY58" fmla="*/ 1371600 h 2298700"/>
              <a:gd name="csX59" fmla="*/ 1968500 w 2807854"/>
              <a:gd name="csY59" fmla="*/ 1384300 h 2298700"/>
              <a:gd name="csX60" fmla="*/ 2019300 w 2807854"/>
              <a:gd name="csY60" fmla="*/ 1689100 h 2298700"/>
              <a:gd name="csX61" fmla="*/ 2222500 w 2807854"/>
              <a:gd name="csY61" fmla="*/ 1676400 h 2298700"/>
              <a:gd name="csX62" fmla="*/ 2374900 w 2807854"/>
              <a:gd name="csY62" fmla="*/ 1841500 h 2298700"/>
              <a:gd name="csX63" fmla="*/ 2400300 w 2807854"/>
              <a:gd name="csY63" fmla="*/ 1930400 h 2298700"/>
              <a:gd name="csX64" fmla="*/ 2425700 w 2807854"/>
              <a:gd name="csY64" fmla="*/ 1993900 h 2298700"/>
              <a:gd name="csX65" fmla="*/ 2349500 w 2807854"/>
              <a:gd name="csY65" fmla="*/ 2286000 h 2298700"/>
              <a:gd name="csX66" fmla="*/ 2273300 w 2807854"/>
              <a:gd name="csY66" fmla="*/ 2298700 h 2298700"/>
              <a:gd name="csX67" fmla="*/ 2095500 w 2807854"/>
              <a:gd name="csY67" fmla="*/ 2260600 h 2298700"/>
              <a:gd name="csX68" fmla="*/ 2044700 w 2807854"/>
              <a:gd name="csY68" fmla="*/ 2222500 h 2298700"/>
              <a:gd name="csX69" fmla="*/ 1993900 w 2807854"/>
              <a:gd name="csY69" fmla="*/ 2197100 h 2298700"/>
              <a:gd name="csX70" fmla="*/ 2006600 w 2807854"/>
              <a:gd name="csY70" fmla="*/ 2108200 h 2298700"/>
              <a:gd name="csX71" fmla="*/ 2120900 w 2807854"/>
              <a:gd name="csY71" fmla="*/ 2006600 h 2298700"/>
              <a:gd name="csX72" fmla="*/ 2540000 w 2807854"/>
              <a:gd name="csY72" fmla="*/ 1905000 h 2298700"/>
              <a:gd name="csX73" fmla="*/ 2628900 w 2807854"/>
              <a:gd name="csY73" fmla="*/ 1866900 h 2298700"/>
              <a:gd name="csX74" fmla="*/ 2705100 w 2807854"/>
              <a:gd name="csY74" fmla="*/ 1854200 h 2298700"/>
              <a:gd name="csX75" fmla="*/ 2743200 w 2807854"/>
              <a:gd name="csY75" fmla="*/ 1828800 h 2298700"/>
              <a:gd name="csX76" fmla="*/ 2781300 w 2807854"/>
              <a:gd name="csY76" fmla="*/ 1816100 h 2298700"/>
              <a:gd name="csX77" fmla="*/ 2806700 w 2807854"/>
              <a:gd name="csY77" fmla="*/ 1727200 h 2298700"/>
              <a:gd name="csX0" fmla="*/ 127000 w 2807854"/>
              <a:gd name="csY0" fmla="*/ 0 h 2311400"/>
              <a:gd name="csX1" fmla="*/ 63500 w 2807854"/>
              <a:gd name="csY1" fmla="*/ 12700 h 2311400"/>
              <a:gd name="csX2" fmla="*/ 63500 w 2807854"/>
              <a:gd name="csY2" fmla="*/ 12700 h 2311400"/>
              <a:gd name="csX3" fmla="*/ 50800 w 2807854"/>
              <a:gd name="csY3" fmla="*/ 165100 h 2311400"/>
              <a:gd name="csX4" fmla="*/ 0 w 2807854"/>
              <a:gd name="csY4" fmla="*/ 215900 h 2311400"/>
              <a:gd name="csX5" fmla="*/ 25400 w 2807854"/>
              <a:gd name="csY5" fmla="*/ 304800 h 2311400"/>
              <a:gd name="csX6" fmla="*/ 25400 w 2807854"/>
              <a:gd name="csY6" fmla="*/ 330200 h 2311400"/>
              <a:gd name="csX7" fmla="*/ 50800 w 2807854"/>
              <a:gd name="csY7" fmla="*/ 533400 h 2311400"/>
              <a:gd name="csX8" fmla="*/ 127000 w 2807854"/>
              <a:gd name="csY8" fmla="*/ 812800 h 2311400"/>
              <a:gd name="csX9" fmla="*/ 215900 w 2807854"/>
              <a:gd name="csY9" fmla="*/ 965200 h 2311400"/>
              <a:gd name="csX10" fmla="*/ 711200 w 2807854"/>
              <a:gd name="csY10" fmla="*/ 1435100 h 2311400"/>
              <a:gd name="csX11" fmla="*/ 711200 w 2807854"/>
              <a:gd name="csY11" fmla="*/ 1435100 h 2311400"/>
              <a:gd name="csX12" fmla="*/ 749300 w 2807854"/>
              <a:gd name="csY12" fmla="*/ 1460500 h 2311400"/>
              <a:gd name="csX13" fmla="*/ 863600 w 2807854"/>
              <a:gd name="csY13" fmla="*/ 1638300 h 2311400"/>
              <a:gd name="csX14" fmla="*/ 939800 w 2807854"/>
              <a:gd name="csY14" fmla="*/ 1727200 h 2311400"/>
              <a:gd name="csX15" fmla="*/ 965200 w 2807854"/>
              <a:gd name="csY15" fmla="*/ 1727200 h 2311400"/>
              <a:gd name="csX16" fmla="*/ 977900 w 2807854"/>
              <a:gd name="csY16" fmla="*/ 1854200 h 2311400"/>
              <a:gd name="csX17" fmla="*/ 901700 w 2807854"/>
              <a:gd name="csY17" fmla="*/ 2057400 h 2311400"/>
              <a:gd name="csX18" fmla="*/ 812800 w 2807854"/>
              <a:gd name="csY18" fmla="*/ 2082800 h 2311400"/>
              <a:gd name="csX19" fmla="*/ 558800 w 2807854"/>
              <a:gd name="csY19" fmla="*/ 1993900 h 2311400"/>
              <a:gd name="csX20" fmla="*/ 381000 w 2807854"/>
              <a:gd name="csY20" fmla="*/ 1816100 h 2311400"/>
              <a:gd name="csX21" fmla="*/ 749300 w 2807854"/>
              <a:gd name="csY21" fmla="*/ 1485900 h 2311400"/>
              <a:gd name="csX22" fmla="*/ 635000 w 2807854"/>
              <a:gd name="csY22" fmla="*/ 1485900 h 2311400"/>
              <a:gd name="csX23" fmla="*/ 1092200 w 2807854"/>
              <a:gd name="csY23" fmla="*/ 800100 h 2311400"/>
              <a:gd name="csX24" fmla="*/ 1181100 w 2807854"/>
              <a:gd name="csY24" fmla="*/ 774700 h 2311400"/>
              <a:gd name="csX25" fmla="*/ 1282700 w 2807854"/>
              <a:gd name="csY25" fmla="*/ 723900 h 2311400"/>
              <a:gd name="csX26" fmla="*/ 1397000 w 2807854"/>
              <a:gd name="csY26" fmla="*/ 660400 h 2311400"/>
              <a:gd name="csX27" fmla="*/ 1511300 w 2807854"/>
              <a:gd name="csY27" fmla="*/ 571500 h 2311400"/>
              <a:gd name="csX28" fmla="*/ 1511300 w 2807854"/>
              <a:gd name="csY28" fmla="*/ 304800 h 2311400"/>
              <a:gd name="csX29" fmla="*/ 1435100 w 2807854"/>
              <a:gd name="csY29" fmla="*/ 241300 h 2311400"/>
              <a:gd name="csX30" fmla="*/ 1333500 w 2807854"/>
              <a:gd name="csY30" fmla="*/ 215900 h 2311400"/>
              <a:gd name="csX31" fmla="*/ 1155700 w 2807854"/>
              <a:gd name="csY31" fmla="*/ 266700 h 2311400"/>
              <a:gd name="csX32" fmla="*/ 1092200 w 2807854"/>
              <a:gd name="csY32" fmla="*/ 304800 h 2311400"/>
              <a:gd name="csX33" fmla="*/ 1104900 w 2807854"/>
              <a:gd name="csY33" fmla="*/ 622300 h 2311400"/>
              <a:gd name="csX34" fmla="*/ 1231900 w 2807854"/>
              <a:gd name="csY34" fmla="*/ 787400 h 2311400"/>
              <a:gd name="csX35" fmla="*/ 1384300 w 2807854"/>
              <a:gd name="csY35" fmla="*/ 914400 h 2311400"/>
              <a:gd name="csX36" fmla="*/ 1422400 w 2807854"/>
              <a:gd name="csY36" fmla="*/ 939800 h 2311400"/>
              <a:gd name="csX37" fmla="*/ 1485900 w 2807854"/>
              <a:gd name="csY37" fmla="*/ 1016000 h 2311400"/>
              <a:gd name="csX38" fmla="*/ 1574800 w 2807854"/>
              <a:gd name="csY38" fmla="*/ 1104900 h 2311400"/>
              <a:gd name="csX39" fmla="*/ 1612900 w 2807854"/>
              <a:gd name="csY39" fmla="*/ 1168400 h 2311400"/>
              <a:gd name="csX40" fmla="*/ 1651000 w 2807854"/>
              <a:gd name="csY40" fmla="*/ 1219200 h 2311400"/>
              <a:gd name="csX41" fmla="*/ 1663700 w 2807854"/>
              <a:gd name="csY41" fmla="*/ 1257300 h 2311400"/>
              <a:gd name="csX42" fmla="*/ 1625600 w 2807854"/>
              <a:gd name="csY42" fmla="*/ 1930400 h 2311400"/>
              <a:gd name="csX43" fmla="*/ 1574800 w 2807854"/>
              <a:gd name="csY43" fmla="*/ 2108200 h 2311400"/>
              <a:gd name="csX44" fmla="*/ 1536700 w 2807854"/>
              <a:gd name="csY44" fmla="*/ 2146300 h 2311400"/>
              <a:gd name="csX45" fmla="*/ 1435100 w 2807854"/>
              <a:gd name="csY45" fmla="*/ 2108200 h 2311400"/>
              <a:gd name="csX46" fmla="*/ 1384300 w 2807854"/>
              <a:gd name="csY46" fmla="*/ 2070100 h 2311400"/>
              <a:gd name="csX47" fmla="*/ 1320800 w 2807854"/>
              <a:gd name="csY47" fmla="*/ 2032000 h 2311400"/>
              <a:gd name="csX48" fmla="*/ 1270000 w 2807854"/>
              <a:gd name="csY48" fmla="*/ 1917700 h 2311400"/>
              <a:gd name="csX49" fmla="*/ 1320800 w 2807854"/>
              <a:gd name="csY49" fmla="*/ 1790700 h 2311400"/>
              <a:gd name="csX50" fmla="*/ 1765300 w 2807854"/>
              <a:gd name="csY50" fmla="*/ 1625600 h 2311400"/>
              <a:gd name="csX51" fmla="*/ 1905000 w 2807854"/>
              <a:gd name="csY51" fmla="*/ 1651000 h 2311400"/>
              <a:gd name="csX52" fmla="*/ 2349500 w 2807854"/>
              <a:gd name="csY52" fmla="*/ 1422400 h 2311400"/>
              <a:gd name="csX53" fmla="*/ 2451100 w 2807854"/>
              <a:gd name="csY53" fmla="*/ 1320800 h 2311400"/>
              <a:gd name="csX54" fmla="*/ 2374900 w 2807854"/>
              <a:gd name="csY54" fmla="*/ 1257300 h 2311400"/>
              <a:gd name="csX55" fmla="*/ 2260600 w 2807854"/>
              <a:gd name="csY55" fmla="*/ 1206500 h 2311400"/>
              <a:gd name="csX56" fmla="*/ 2247900 w 2807854"/>
              <a:gd name="csY56" fmla="*/ 1181100 h 2311400"/>
              <a:gd name="csX57" fmla="*/ 2108200 w 2807854"/>
              <a:gd name="csY57" fmla="*/ 1257300 h 2311400"/>
              <a:gd name="csX58" fmla="*/ 1955800 w 2807854"/>
              <a:gd name="csY58" fmla="*/ 1384300 h 2311400"/>
              <a:gd name="csX59" fmla="*/ 1968500 w 2807854"/>
              <a:gd name="csY59" fmla="*/ 1397000 h 2311400"/>
              <a:gd name="csX60" fmla="*/ 2019300 w 2807854"/>
              <a:gd name="csY60" fmla="*/ 1701800 h 2311400"/>
              <a:gd name="csX61" fmla="*/ 2222500 w 2807854"/>
              <a:gd name="csY61" fmla="*/ 1689100 h 2311400"/>
              <a:gd name="csX62" fmla="*/ 2374900 w 2807854"/>
              <a:gd name="csY62" fmla="*/ 1854200 h 2311400"/>
              <a:gd name="csX63" fmla="*/ 2400300 w 2807854"/>
              <a:gd name="csY63" fmla="*/ 1943100 h 2311400"/>
              <a:gd name="csX64" fmla="*/ 2425700 w 2807854"/>
              <a:gd name="csY64" fmla="*/ 2006600 h 2311400"/>
              <a:gd name="csX65" fmla="*/ 2349500 w 2807854"/>
              <a:gd name="csY65" fmla="*/ 2298700 h 2311400"/>
              <a:gd name="csX66" fmla="*/ 2273300 w 2807854"/>
              <a:gd name="csY66" fmla="*/ 2311400 h 2311400"/>
              <a:gd name="csX67" fmla="*/ 2095500 w 2807854"/>
              <a:gd name="csY67" fmla="*/ 2273300 h 2311400"/>
              <a:gd name="csX68" fmla="*/ 2044700 w 2807854"/>
              <a:gd name="csY68" fmla="*/ 2235200 h 2311400"/>
              <a:gd name="csX69" fmla="*/ 1993900 w 2807854"/>
              <a:gd name="csY69" fmla="*/ 2209800 h 2311400"/>
              <a:gd name="csX70" fmla="*/ 2006600 w 2807854"/>
              <a:gd name="csY70" fmla="*/ 2120900 h 2311400"/>
              <a:gd name="csX71" fmla="*/ 2120900 w 2807854"/>
              <a:gd name="csY71" fmla="*/ 2019300 h 2311400"/>
              <a:gd name="csX72" fmla="*/ 2540000 w 2807854"/>
              <a:gd name="csY72" fmla="*/ 1917700 h 2311400"/>
              <a:gd name="csX73" fmla="*/ 2628900 w 2807854"/>
              <a:gd name="csY73" fmla="*/ 1879600 h 2311400"/>
              <a:gd name="csX74" fmla="*/ 2705100 w 2807854"/>
              <a:gd name="csY74" fmla="*/ 1866900 h 2311400"/>
              <a:gd name="csX75" fmla="*/ 2743200 w 2807854"/>
              <a:gd name="csY75" fmla="*/ 1841500 h 2311400"/>
              <a:gd name="csX76" fmla="*/ 2781300 w 2807854"/>
              <a:gd name="csY76" fmla="*/ 1828800 h 2311400"/>
              <a:gd name="csX77" fmla="*/ 2806700 w 2807854"/>
              <a:gd name="csY77" fmla="*/ 1739900 h 2311400"/>
              <a:gd name="csX0" fmla="*/ 127000 w 2807854"/>
              <a:gd name="csY0" fmla="*/ 0 h 2311400"/>
              <a:gd name="csX1" fmla="*/ 63500 w 2807854"/>
              <a:gd name="csY1" fmla="*/ 12700 h 2311400"/>
              <a:gd name="csX2" fmla="*/ 63500 w 2807854"/>
              <a:gd name="csY2" fmla="*/ 12700 h 2311400"/>
              <a:gd name="csX3" fmla="*/ 12700 w 2807854"/>
              <a:gd name="csY3" fmla="*/ 76200 h 2311400"/>
              <a:gd name="csX4" fmla="*/ 0 w 2807854"/>
              <a:gd name="csY4" fmla="*/ 215900 h 2311400"/>
              <a:gd name="csX5" fmla="*/ 25400 w 2807854"/>
              <a:gd name="csY5" fmla="*/ 304800 h 2311400"/>
              <a:gd name="csX6" fmla="*/ 25400 w 2807854"/>
              <a:gd name="csY6" fmla="*/ 330200 h 2311400"/>
              <a:gd name="csX7" fmla="*/ 50800 w 2807854"/>
              <a:gd name="csY7" fmla="*/ 533400 h 2311400"/>
              <a:gd name="csX8" fmla="*/ 127000 w 2807854"/>
              <a:gd name="csY8" fmla="*/ 812800 h 2311400"/>
              <a:gd name="csX9" fmla="*/ 215900 w 2807854"/>
              <a:gd name="csY9" fmla="*/ 965200 h 2311400"/>
              <a:gd name="csX10" fmla="*/ 711200 w 2807854"/>
              <a:gd name="csY10" fmla="*/ 1435100 h 2311400"/>
              <a:gd name="csX11" fmla="*/ 711200 w 2807854"/>
              <a:gd name="csY11" fmla="*/ 1435100 h 2311400"/>
              <a:gd name="csX12" fmla="*/ 749300 w 2807854"/>
              <a:gd name="csY12" fmla="*/ 1460500 h 2311400"/>
              <a:gd name="csX13" fmla="*/ 863600 w 2807854"/>
              <a:gd name="csY13" fmla="*/ 1638300 h 2311400"/>
              <a:gd name="csX14" fmla="*/ 939800 w 2807854"/>
              <a:gd name="csY14" fmla="*/ 1727200 h 2311400"/>
              <a:gd name="csX15" fmla="*/ 965200 w 2807854"/>
              <a:gd name="csY15" fmla="*/ 1727200 h 2311400"/>
              <a:gd name="csX16" fmla="*/ 977900 w 2807854"/>
              <a:gd name="csY16" fmla="*/ 1854200 h 2311400"/>
              <a:gd name="csX17" fmla="*/ 901700 w 2807854"/>
              <a:gd name="csY17" fmla="*/ 2057400 h 2311400"/>
              <a:gd name="csX18" fmla="*/ 812800 w 2807854"/>
              <a:gd name="csY18" fmla="*/ 2082800 h 2311400"/>
              <a:gd name="csX19" fmla="*/ 558800 w 2807854"/>
              <a:gd name="csY19" fmla="*/ 1993900 h 2311400"/>
              <a:gd name="csX20" fmla="*/ 381000 w 2807854"/>
              <a:gd name="csY20" fmla="*/ 1816100 h 2311400"/>
              <a:gd name="csX21" fmla="*/ 749300 w 2807854"/>
              <a:gd name="csY21" fmla="*/ 1485900 h 2311400"/>
              <a:gd name="csX22" fmla="*/ 635000 w 2807854"/>
              <a:gd name="csY22" fmla="*/ 1485900 h 2311400"/>
              <a:gd name="csX23" fmla="*/ 1092200 w 2807854"/>
              <a:gd name="csY23" fmla="*/ 800100 h 2311400"/>
              <a:gd name="csX24" fmla="*/ 1181100 w 2807854"/>
              <a:gd name="csY24" fmla="*/ 774700 h 2311400"/>
              <a:gd name="csX25" fmla="*/ 1282700 w 2807854"/>
              <a:gd name="csY25" fmla="*/ 723900 h 2311400"/>
              <a:gd name="csX26" fmla="*/ 1397000 w 2807854"/>
              <a:gd name="csY26" fmla="*/ 660400 h 2311400"/>
              <a:gd name="csX27" fmla="*/ 1511300 w 2807854"/>
              <a:gd name="csY27" fmla="*/ 571500 h 2311400"/>
              <a:gd name="csX28" fmla="*/ 1511300 w 2807854"/>
              <a:gd name="csY28" fmla="*/ 304800 h 2311400"/>
              <a:gd name="csX29" fmla="*/ 1435100 w 2807854"/>
              <a:gd name="csY29" fmla="*/ 241300 h 2311400"/>
              <a:gd name="csX30" fmla="*/ 1333500 w 2807854"/>
              <a:gd name="csY30" fmla="*/ 215900 h 2311400"/>
              <a:gd name="csX31" fmla="*/ 1155700 w 2807854"/>
              <a:gd name="csY31" fmla="*/ 266700 h 2311400"/>
              <a:gd name="csX32" fmla="*/ 1092200 w 2807854"/>
              <a:gd name="csY32" fmla="*/ 304800 h 2311400"/>
              <a:gd name="csX33" fmla="*/ 1104900 w 2807854"/>
              <a:gd name="csY33" fmla="*/ 622300 h 2311400"/>
              <a:gd name="csX34" fmla="*/ 1231900 w 2807854"/>
              <a:gd name="csY34" fmla="*/ 787400 h 2311400"/>
              <a:gd name="csX35" fmla="*/ 1384300 w 2807854"/>
              <a:gd name="csY35" fmla="*/ 914400 h 2311400"/>
              <a:gd name="csX36" fmla="*/ 1422400 w 2807854"/>
              <a:gd name="csY36" fmla="*/ 939800 h 2311400"/>
              <a:gd name="csX37" fmla="*/ 1485900 w 2807854"/>
              <a:gd name="csY37" fmla="*/ 1016000 h 2311400"/>
              <a:gd name="csX38" fmla="*/ 1574800 w 2807854"/>
              <a:gd name="csY38" fmla="*/ 1104900 h 2311400"/>
              <a:gd name="csX39" fmla="*/ 1612900 w 2807854"/>
              <a:gd name="csY39" fmla="*/ 1168400 h 2311400"/>
              <a:gd name="csX40" fmla="*/ 1651000 w 2807854"/>
              <a:gd name="csY40" fmla="*/ 1219200 h 2311400"/>
              <a:gd name="csX41" fmla="*/ 1663700 w 2807854"/>
              <a:gd name="csY41" fmla="*/ 1257300 h 2311400"/>
              <a:gd name="csX42" fmla="*/ 1625600 w 2807854"/>
              <a:gd name="csY42" fmla="*/ 1930400 h 2311400"/>
              <a:gd name="csX43" fmla="*/ 1574800 w 2807854"/>
              <a:gd name="csY43" fmla="*/ 2108200 h 2311400"/>
              <a:gd name="csX44" fmla="*/ 1536700 w 2807854"/>
              <a:gd name="csY44" fmla="*/ 2146300 h 2311400"/>
              <a:gd name="csX45" fmla="*/ 1435100 w 2807854"/>
              <a:gd name="csY45" fmla="*/ 2108200 h 2311400"/>
              <a:gd name="csX46" fmla="*/ 1384300 w 2807854"/>
              <a:gd name="csY46" fmla="*/ 2070100 h 2311400"/>
              <a:gd name="csX47" fmla="*/ 1320800 w 2807854"/>
              <a:gd name="csY47" fmla="*/ 2032000 h 2311400"/>
              <a:gd name="csX48" fmla="*/ 1270000 w 2807854"/>
              <a:gd name="csY48" fmla="*/ 1917700 h 2311400"/>
              <a:gd name="csX49" fmla="*/ 1320800 w 2807854"/>
              <a:gd name="csY49" fmla="*/ 1790700 h 2311400"/>
              <a:gd name="csX50" fmla="*/ 1765300 w 2807854"/>
              <a:gd name="csY50" fmla="*/ 1625600 h 2311400"/>
              <a:gd name="csX51" fmla="*/ 1905000 w 2807854"/>
              <a:gd name="csY51" fmla="*/ 1651000 h 2311400"/>
              <a:gd name="csX52" fmla="*/ 2349500 w 2807854"/>
              <a:gd name="csY52" fmla="*/ 1422400 h 2311400"/>
              <a:gd name="csX53" fmla="*/ 2451100 w 2807854"/>
              <a:gd name="csY53" fmla="*/ 1320800 h 2311400"/>
              <a:gd name="csX54" fmla="*/ 2374900 w 2807854"/>
              <a:gd name="csY54" fmla="*/ 1257300 h 2311400"/>
              <a:gd name="csX55" fmla="*/ 2260600 w 2807854"/>
              <a:gd name="csY55" fmla="*/ 1206500 h 2311400"/>
              <a:gd name="csX56" fmla="*/ 2247900 w 2807854"/>
              <a:gd name="csY56" fmla="*/ 1181100 h 2311400"/>
              <a:gd name="csX57" fmla="*/ 2108200 w 2807854"/>
              <a:gd name="csY57" fmla="*/ 1257300 h 2311400"/>
              <a:gd name="csX58" fmla="*/ 1955800 w 2807854"/>
              <a:gd name="csY58" fmla="*/ 1384300 h 2311400"/>
              <a:gd name="csX59" fmla="*/ 1968500 w 2807854"/>
              <a:gd name="csY59" fmla="*/ 1397000 h 2311400"/>
              <a:gd name="csX60" fmla="*/ 2019300 w 2807854"/>
              <a:gd name="csY60" fmla="*/ 1701800 h 2311400"/>
              <a:gd name="csX61" fmla="*/ 2222500 w 2807854"/>
              <a:gd name="csY61" fmla="*/ 1689100 h 2311400"/>
              <a:gd name="csX62" fmla="*/ 2374900 w 2807854"/>
              <a:gd name="csY62" fmla="*/ 1854200 h 2311400"/>
              <a:gd name="csX63" fmla="*/ 2400300 w 2807854"/>
              <a:gd name="csY63" fmla="*/ 1943100 h 2311400"/>
              <a:gd name="csX64" fmla="*/ 2425700 w 2807854"/>
              <a:gd name="csY64" fmla="*/ 2006600 h 2311400"/>
              <a:gd name="csX65" fmla="*/ 2349500 w 2807854"/>
              <a:gd name="csY65" fmla="*/ 2298700 h 2311400"/>
              <a:gd name="csX66" fmla="*/ 2273300 w 2807854"/>
              <a:gd name="csY66" fmla="*/ 2311400 h 2311400"/>
              <a:gd name="csX67" fmla="*/ 2095500 w 2807854"/>
              <a:gd name="csY67" fmla="*/ 2273300 h 2311400"/>
              <a:gd name="csX68" fmla="*/ 2044700 w 2807854"/>
              <a:gd name="csY68" fmla="*/ 2235200 h 2311400"/>
              <a:gd name="csX69" fmla="*/ 1993900 w 2807854"/>
              <a:gd name="csY69" fmla="*/ 2209800 h 2311400"/>
              <a:gd name="csX70" fmla="*/ 2006600 w 2807854"/>
              <a:gd name="csY70" fmla="*/ 2120900 h 2311400"/>
              <a:gd name="csX71" fmla="*/ 2120900 w 2807854"/>
              <a:gd name="csY71" fmla="*/ 2019300 h 2311400"/>
              <a:gd name="csX72" fmla="*/ 2540000 w 2807854"/>
              <a:gd name="csY72" fmla="*/ 1917700 h 2311400"/>
              <a:gd name="csX73" fmla="*/ 2628900 w 2807854"/>
              <a:gd name="csY73" fmla="*/ 1879600 h 2311400"/>
              <a:gd name="csX74" fmla="*/ 2705100 w 2807854"/>
              <a:gd name="csY74" fmla="*/ 1866900 h 2311400"/>
              <a:gd name="csX75" fmla="*/ 2743200 w 2807854"/>
              <a:gd name="csY75" fmla="*/ 1841500 h 2311400"/>
              <a:gd name="csX76" fmla="*/ 2781300 w 2807854"/>
              <a:gd name="csY76" fmla="*/ 1828800 h 2311400"/>
              <a:gd name="csX77" fmla="*/ 2806700 w 2807854"/>
              <a:gd name="csY77" fmla="*/ 1739900 h 2311400"/>
              <a:gd name="csX0" fmla="*/ 127000 w 2807854"/>
              <a:gd name="csY0" fmla="*/ 0 h 2311400"/>
              <a:gd name="csX1" fmla="*/ 63500 w 2807854"/>
              <a:gd name="csY1" fmla="*/ 12700 h 2311400"/>
              <a:gd name="csX2" fmla="*/ 63500 w 2807854"/>
              <a:gd name="csY2" fmla="*/ 12700 h 2311400"/>
              <a:gd name="csX3" fmla="*/ 12700 w 2807854"/>
              <a:gd name="csY3" fmla="*/ 76200 h 2311400"/>
              <a:gd name="csX4" fmla="*/ 0 w 2807854"/>
              <a:gd name="csY4" fmla="*/ 215900 h 2311400"/>
              <a:gd name="csX5" fmla="*/ 25400 w 2807854"/>
              <a:gd name="csY5" fmla="*/ 304800 h 2311400"/>
              <a:gd name="csX6" fmla="*/ 25400 w 2807854"/>
              <a:gd name="csY6" fmla="*/ 330200 h 2311400"/>
              <a:gd name="csX7" fmla="*/ 50800 w 2807854"/>
              <a:gd name="csY7" fmla="*/ 533400 h 2311400"/>
              <a:gd name="csX8" fmla="*/ 127000 w 2807854"/>
              <a:gd name="csY8" fmla="*/ 812800 h 2311400"/>
              <a:gd name="csX9" fmla="*/ 215900 w 2807854"/>
              <a:gd name="csY9" fmla="*/ 965200 h 2311400"/>
              <a:gd name="csX10" fmla="*/ 711200 w 2807854"/>
              <a:gd name="csY10" fmla="*/ 1435100 h 2311400"/>
              <a:gd name="csX11" fmla="*/ 711200 w 2807854"/>
              <a:gd name="csY11" fmla="*/ 1435100 h 2311400"/>
              <a:gd name="csX12" fmla="*/ 749300 w 2807854"/>
              <a:gd name="csY12" fmla="*/ 1460500 h 2311400"/>
              <a:gd name="csX13" fmla="*/ 863600 w 2807854"/>
              <a:gd name="csY13" fmla="*/ 1638300 h 2311400"/>
              <a:gd name="csX14" fmla="*/ 939800 w 2807854"/>
              <a:gd name="csY14" fmla="*/ 1727200 h 2311400"/>
              <a:gd name="csX15" fmla="*/ 965200 w 2807854"/>
              <a:gd name="csY15" fmla="*/ 1727200 h 2311400"/>
              <a:gd name="csX16" fmla="*/ 977900 w 2807854"/>
              <a:gd name="csY16" fmla="*/ 1854200 h 2311400"/>
              <a:gd name="csX17" fmla="*/ 901700 w 2807854"/>
              <a:gd name="csY17" fmla="*/ 2057400 h 2311400"/>
              <a:gd name="csX18" fmla="*/ 812800 w 2807854"/>
              <a:gd name="csY18" fmla="*/ 2082800 h 2311400"/>
              <a:gd name="csX19" fmla="*/ 558800 w 2807854"/>
              <a:gd name="csY19" fmla="*/ 1993900 h 2311400"/>
              <a:gd name="csX20" fmla="*/ 381000 w 2807854"/>
              <a:gd name="csY20" fmla="*/ 1816100 h 2311400"/>
              <a:gd name="csX21" fmla="*/ 749300 w 2807854"/>
              <a:gd name="csY21" fmla="*/ 1485900 h 2311400"/>
              <a:gd name="csX22" fmla="*/ 635000 w 2807854"/>
              <a:gd name="csY22" fmla="*/ 1485900 h 2311400"/>
              <a:gd name="csX23" fmla="*/ 1092200 w 2807854"/>
              <a:gd name="csY23" fmla="*/ 800100 h 2311400"/>
              <a:gd name="csX24" fmla="*/ 1181100 w 2807854"/>
              <a:gd name="csY24" fmla="*/ 774700 h 2311400"/>
              <a:gd name="csX25" fmla="*/ 1282700 w 2807854"/>
              <a:gd name="csY25" fmla="*/ 723900 h 2311400"/>
              <a:gd name="csX26" fmla="*/ 1397000 w 2807854"/>
              <a:gd name="csY26" fmla="*/ 660400 h 2311400"/>
              <a:gd name="csX27" fmla="*/ 1511300 w 2807854"/>
              <a:gd name="csY27" fmla="*/ 571500 h 2311400"/>
              <a:gd name="csX28" fmla="*/ 1511300 w 2807854"/>
              <a:gd name="csY28" fmla="*/ 304800 h 2311400"/>
              <a:gd name="csX29" fmla="*/ 1435100 w 2807854"/>
              <a:gd name="csY29" fmla="*/ 241300 h 2311400"/>
              <a:gd name="csX30" fmla="*/ 1333500 w 2807854"/>
              <a:gd name="csY30" fmla="*/ 215900 h 2311400"/>
              <a:gd name="csX31" fmla="*/ 1155700 w 2807854"/>
              <a:gd name="csY31" fmla="*/ 266700 h 2311400"/>
              <a:gd name="csX32" fmla="*/ 1092200 w 2807854"/>
              <a:gd name="csY32" fmla="*/ 304800 h 2311400"/>
              <a:gd name="csX33" fmla="*/ 1104900 w 2807854"/>
              <a:gd name="csY33" fmla="*/ 622300 h 2311400"/>
              <a:gd name="csX34" fmla="*/ 1231900 w 2807854"/>
              <a:gd name="csY34" fmla="*/ 787400 h 2311400"/>
              <a:gd name="csX35" fmla="*/ 1384300 w 2807854"/>
              <a:gd name="csY35" fmla="*/ 914400 h 2311400"/>
              <a:gd name="csX36" fmla="*/ 1422400 w 2807854"/>
              <a:gd name="csY36" fmla="*/ 939800 h 2311400"/>
              <a:gd name="csX37" fmla="*/ 1485900 w 2807854"/>
              <a:gd name="csY37" fmla="*/ 1016000 h 2311400"/>
              <a:gd name="csX38" fmla="*/ 1574800 w 2807854"/>
              <a:gd name="csY38" fmla="*/ 1104900 h 2311400"/>
              <a:gd name="csX39" fmla="*/ 1612900 w 2807854"/>
              <a:gd name="csY39" fmla="*/ 1168400 h 2311400"/>
              <a:gd name="csX40" fmla="*/ 1651000 w 2807854"/>
              <a:gd name="csY40" fmla="*/ 1219200 h 2311400"/>
              <a:gd name="csX41" fmla="*/ 1663700 w 2807854"/>
              <a:gd name="csY41" fmla="*/ 1257300 h 2311400"/>
              <a:gd name="csX42" fmla="*/ 1625600 w 2807854"/>
              <a:gd name="csY42" fmla="*/ 1930400 h 2311400"/>
              <a:gd name="csX43" fmla="*/ 1574800 w 2807854"/>
              <a:gd name="csY43" fmla="*/ 2108200 h 2311400"/>
              <a:gd name="csX44" fmla="*/ 1536700 w 2807854"/>
              <a:gd name="csY44" fmla="*/ 2146300 h 2311400"/>
              <a:gd name="csX45" fmla="*/ 1435100 w 2807854"/>
              <a:gd name="csY45" fmla="*/ 2108200 h 2311400"/>
              <a:gd name="csX46" fmla="*/ 1384300 w 2807854"/>
              <a:gd name="csY46" fmla="*/ 2070100 h 2311400"/>
              <a:gd name="csX47" fmla="*/ 1320800 w 2807854"/>
              <a:gd name="csY47" fmla="*/ 2032000 h 2311400"/>
              <a:gd name="csX48" fmla="*/ 1270000 w 2807854"/>
              <a:gd name="csY48" fmla="*/ 1917700 h 2311400"/>
              <a:gd name="csX49" fmla="*/ 1320800 w 2807854"/>
              <a:gd name="csY49" fmla="*/ 1790700 h 2311400"/>
              <a:gd name="csX50" fmla="*/ 1765300 w 2807854"/>
              <a:gd name="csY50" fmla="*/ 1625600 h 2311400"/>
              <a:gd name="csX51" fmla="*/ 1905000 w 2807854"/>
              <a:gd name="csY51" fmla="*/ 1651000 h 2311400"/>
              <a:gd name="csX52" fmla="*/ 2349500 w 2807854"/>
              <a:gd name="csY52" fmla="*/ 1422400 h 2311400"/>
              <a:gd name="csX53" fmla="*/ 2451100 w 2807854"/>
              <a:gd name="csY53" fmla="*/ 1320800 h 2311400"/>
              <a:gd name="csX54" fmla="*/ 2374900 w 2807854"/>
              <a:gd name="csY54" fmla="*/ 1257300 h 2311400"/>
              <a:gd name="csX55" fmla="*/ 2260600 w 2807854"/>
              <a:gd name="csY55" fmla="*/ 1206500 h 2311400"/>
              <a:gd name="csX56" fmla="*/ 2247900 w 2807854"/>
              <a:gd name="csY56" fmla="*/ 1181100 h 2311400"/>
              <a:gd name="csX57" fmla="*/ 2108200 w 2807854"/>
              <a:gd name="csY57" fmla="*/ 1257300 h 2311400"/>
              <a:gd name="csX58" fmla="*/ 1955800 w 2807854"/>
              <a:gd name="csY58" fmla="*/ 1384300 h 2311400"/>
              <a:gd name="csX59" fmla="*/ 1968500 w 2807854"/>
              <a:gd name="csY59" fmla="*/ 1397000 h 2311400"/>
              <a:gd name="csX60" fmla="*/ 2019300 w 2807854"/>
              <a:gd name="csY60" fmla="*/ 1701800 h 2311400"/>
              <a:gd name="csX61" fmla="*/ 2222500 w 2807854"/>
              <a:gd name="csY61" fmla="*/ 1689100 h 2311400"/>
              <a:gd name="csX62" fmla="*/ 2374900 w 2807854"/>
              <a:gd name="csY62" fmla="*/ 1854200 h 2311400"/>
              <a:gd name="csX63" fmla="*/ 2400300 w 2807854"/>
              <a:gd name="csY63" fmla="*/ 1943100 h 2311400"/>
              <a:gd name="csX64" fmla="*/ 2425700 w 2807854"/>
              <a:gd name="csY64" fmla="*/ 2006600 h 2311400"/>
              <a:gd name="csX65" fmla="*/ 2349500 w 2807854"/>
              <a:gd name="csY65" fmla="*/ 2298700 h 2311400"/>
              <a:gd name="csX66" fmla="*/ 2273300 w 2807854"/>
              <a:gd name="csY66" fmla="*/ 2311400 h 2311400"/>
              <a:gd name="csX67" fmla="*/ 2095500 w 2807854"/>
              <a:gd name="csY67" fmla="*/ 2273300 h 2311400"/>
              <a:gd name="csX68" fmla="*/ 2044700 w 2807854"/>
              <a:gd name="csY68" fmla="*/ 2235200 h 2311400"/>
              <a:gd name="csX69" fmla="*/ 1993900 w 2807854"/>
              <a:gd name="csY69" fmla="*/ 2209800 h 2311400"/>
              <a:gd name="csX70" fmla="*/ 2006600 w 2807854"/>
              <a:gd name="csY70" fmla="*/ 2120900 h 2311400"/>
              <a:gd name="csX71" fmla="*/ 2120900 w 2807854"/>
              <a:gd name="csY71" fmla="*/ 2019300 h 2311400"/>
              <a:gd name="csX72" fmla="*/ 2540000 w 2807854"/>
              <a:gd name="csY72" fmla="*/ 1917700 h 2311400"/>
              <a:gd name="csX73" fmla="*/ 2628900 w 2807854"/>
              <a:gd name="csY73" fmla="*/ 1879600 h 2311400"/>
              <a:gd name="csX74" fmla="*/ 2705100 w 2807854"/>
              <a:gd name="csY74" fmla="*/ 1866900 h 2311400"/>
              <a:gd name="csX75" fmla="*/ 2743200 w 2807854"/>
              <a:gd name="csY75" fmla="*/ 1841500 h 2311400"/>
              <a:gd name="csX76" fmla="*/ 2781300 w 2807854"/>
              <a:gd name="csY76" fmla="*/ 1828800 h 2311400"/>
              <a:gd name="csX77" fmla="*/ 2806700 w 2807854"/>
              <a:gd name="csY77" fmla="*/ 1739900 h 2311400"/>
              <a:gd name="csX0" fmla="*/ 127000 w 2807854"/>
              <a:gd name="csY0" fmla="*/ 0 h 2311400"/>
              <a:gd name="csX1" fmla="*/ 63500 w 2807854"/>
              <a:gd name="csY1" fmla="*/ 12700 h 2311400"/>
              <a:gd name="csX2" fmla="*/ 63500 w 2807854"/>
              <a:gd name="csY2" fmla="*/ 12700 h 2311400"/>
              <a:gd name="csX3" fmla="*/ 12700 w 2807854"/>
              <a:gd name="csY3" fmla="*/ 76200 h 2311400"/>
              <a:gd name="csX4" fmla="*/ 0 w 2807854"/>
              <a:gd name="csY4" fmla="*/ 215900 h 2311400"/>
              <a:gd name="csX5" fmla="*/ 25400 w 2807854"/>
              <a:gd name="csY5" fmla="*/ 304800 h 2311400"/>
              <a:gd name="csX6" fmla="*/ 25400 w 2807854"/>
              <a:gd name="csY6" fmla="*/ 330200 h 2311400"/>
              <a:gd name="csX7" fmla="*/ 50800 w 2807854"/>
              <a:gd name="csY7" fmla="*/ 533400 h 2311400"/>
              <a:gd name="csX8" fmla="*/ 127000 w 2807854"/>
              <a:gd name="csY8" fmla="*/ 812800 h 2311400"/>
              <a:gd name="csX9" fmla="*/ 215900 w 2807854"/>
              <a:gd name="csY9" fmla="*/ 965200 h 2311400"/>
              <a:gd name="csX10" fmla="*/ 711200 w 2807854"/>
              <a:gd name="csY10" fmla="*/ 1435100 h 2311400"/>
              <a:gd name="csX11" fmla="*/ 711200 w 2807854"/>
              <a:gd name="csY11" fmla="*/ 1435100 h 2311400"/>
              <a:gd name="csX12" fmla="*/ 749300 w 2807854"/>
              <a:gd name="csY12" fmla="*/ 1460500 h 2311400"/>
              <a:gd name="csX13" fmla="*/ 863600 w 2807854"/>
              <a:gd name="csY13" fmla="*/ 1638300 h 2311400"/>
              <a:gd name="csX14" fmla="*/ 939800 w 2807854"/>
              <a:gd name="csY14" fmla="*/ 1727200 h 2311400"/>
              <a:gd name="csX15" fmla="*/ 965200 w 2807854"/>
              <a:gd name="csY15" fmla="*/ 1727200 h 2311400"/>
              <a:gd name="csX16" fmla="*/ 977900 w 2807854"/>
              <a:gd name="csY16" fmla="*/ 1854200 h 2311400"/>
              <a:gd name="csX17" fmla="*/ 901700 w 2807854"/>
              <a:gd name="csY17" fmla="*/ 2057400 h 2311400"/>
              <a:gd name="csX18" fmla="*/ 812800 w 2807854"/>
              <a:gd name="csY18" fmla="*/ 2082800 h 2311400"/>
              <a:gd name="csX19" fmla="*/ 558800 w 2807854"/>
              <a:gd name="csY19" fmla="*/ 1993900 h 2311400"/>
              <a:gd name="csX20" fmla="*/ 381000 w 2807854"/>
              <a:gd name="csY20" fmla="*/ 1816100 h 2311400"/>
              <a:gd name="csX21" fmla="*/ 749300 w 2807854"/>
              <a:gd name="csY21" fmla="*/ 1485900 h 2311400"/>
              <a:gd name="csX22" fmla="*/ 635000 w 2807854"/>
              <a:gd name="csY22" fmla="*/ 1485900 h 2311400"/>
              <a:gd name="csX23" fmla="*/ 1092200 w 2807854"/>
              <a:gd name="csY23" fmla="*/ 800100 h 2311400"/>
              <a:gd name="csX24" fmla="*/ 1181100 w 2807854"/>
              <a:gd name="csY24" fmla="*/ 774700 h 2311400"/>
              <a:gd name="csX25" fmla="*/ 1282700 w 2807854"/>
              <a:gd name="csY25" fmla="*/ 723900 h 2311400"/>
              <a:gd name="csX26" fmla="*/ 1397000 w 2807854"/>
              <a:gd name="csY26" fmla="*/ 660400 h 2311400"/>
              <a:gd name="csX27" fmla="*/ 1511300 w 2807854"/>
              <a:gd name="csY27" fmla="*/ 571500 h 2311400"/>
              <a:gd name="csX28" fmla="*/ 1511300 w 2807854"/>
              <a:gd name="csY28" fmla="*/ 304800 h 2311400"/>
              <a:gd name="csX29" fmla="*/ 1435100 w 2807854"/>
              <a:gd name="csY29" fmla="*/ 241300 h 2311400"/>
              <a:gd name="csX30" fmla="*/ 1333500 w 2807854"/>
              <a:gd name="csY30" fmla="*/ 215900 h 2311400"/>
              <a:gd name="csX31" fmla="*/ 1155700 w 2807854"/>
              <a:gd name="csY31" fmla="*/ 266700 h 2311400"/>
              <a:gd name="csX32" fmla="*/ 1092200 w 2807854"/>
              <a:gd name="csY32" fmla="*/ 304800 h 2311400"/>
              <a:gd name="csX33" fmla="*/ 1104900 w 2807854"/>
              <a:gd name="csY33" fmla="*/ 622300 h 2311400"/>
              <a:gd name="csX34" fmla="*/ 1231900 w 2807854"/>
              <a:gd name="csY34" fmla="*/ 787400 h 2311400"/>
              <a:gd name="csX35" fmla="*/ 1384300 w 2807854"/>
              <a:gd name="csY35" fmla="*/ 914400 h 2311400"/>
              <a:gd name="csX36" fmla="*/ 1422400 w 2807854"/>
              <a:gd name="csY36" fmla="*/ 939800 h 2311400"/>
              <a:gd name="csX37" fmla="*/ 1485900 w 2807854"/>
              <a:gd name="csY37" fmla="*/ 1016000 h 2311400"/>
              <a:gd name="csX38" fmla="*/ 1574800 w 2807854"/>
              <a:gd name="csY38" fmla="*/ 1104900 h 2311400"/>
              <a:gd name="csX39" fmla="*/ 1612900 w 2807854"/>
              <a:gd name="csY39" fmla="*/ 1168400 h 2311400"/>
              <a:gd name="csX40" fmla="*/ 1651000 w 2807854"/>
              <a:gd name="csY40" fmla="*/ 1219200 h 2311400"/>
              <a:gd name="csX41" fmla="*/ 1663700 w 2807854"/>
              <a:gd name="csY41" fmla="*/ 1257300 h 2311400"/>
              <a:gd name="csX42" fmla="*/ 1625600 w 2807854"/>
              <a:gd name="csY42" fmla="*/ 1930400 h 2311400"/>
              <a:gd name="csX43" fmla="*/ 1574800 w 2807854"/>
              <a:gd name="csY43" fmla="*/ 2108200 h 2311400"/>
              <a:gd name="csX44" fmla="*/ 1536700 w 2807854"/>
              <a:gd name="csY44" fmla="*/ 2146300 h 2311400"/>
              <a:gd name="csX45" fmla="*/ 1435100 w 2807854"/>
              <a:gd name="csY45" fmla="*/ 2108200 h 2311400"/>
              <a:gd name="csX46" fmla="*/ 1384300 w 2807854"/>
              <a:gd name="csY46" fmla="*/ 2070100 h 2311400"/>
              <a:gd name="csX47" fmla="*/ 1320800 w 2807854"/>
              <a:gd name="csY47" fmla="*/ 2032000 h 2311400"/>
              <a:gd name="csX48" fmla="*/ 1270000 w 2807854"/>
              <a:gd name="csY48" fmla="*/ 1917700 h 2311400"/>
              <a:gd name="csX49" fmla="*/ 1320800 w 2807854"/>
              <a:gd name="csY49" fmla="*/ 1790700 h 2311400"/>
              <a:gd name="csX50" fmla="*/ 1765300 w 2807854"/>
              <a:gd name="csY50" fmla="*/ 1625600 h 2311400"/>
              <a:gd name="csX51" fmla="*/ 1905000 w 2807854"/>
              <a:gd name="csY51" fmla="*/ 1651000 h 2311400"/>
              <a:gd name="csX52" fmla="*/ 2349500 w 2807854"/>
              <a:gd name="csY52" fmla="*/ 1422400 h 2311400"/>
              <a:gd name="csX53" fmla="*/ 2451100 w 2807854"/>
              <a:gd name="csY53" fmla="*/ 1320800 h 2311400"/>
              <a:gd name="csX54" fmla="*/ 2374900 w 2807854"/>
              <a:gd name="csY54" fmla="*/ 1257300 h 2311400"/>
              <a:gd name="csX55" fmla="*/ 2260600 w 2807854"/>
              <a:gd name="csY55" fmla="*/ 1206500 h 2311400"/>
              <a:gd name="csX56" fmla="*/ 2247900 w 2807854"/>
              <a:gd name="csY56" fmla="*/ 1181100 h 2311400"/>
              <a:gd name="csX57" fmla="*/ 2108200 w 2807854"/>
              <a:gd name="csY57" fmla="*/ 1257300 h 2311400"/>
              <a:gd name="csX58" fmla="*/ 1955800 w 2807854"/>
              <a:gd name="csY58" fmla="*/ 1384300 h 2311400"/>
              <a:gd name="csX59" fmla="*/ 1968500 w 2807854"/>
              <a:gd name="csY59" fmla="*/ 1397000 h 2311400"/>
              <a:gd name="csX60" fmla="*/ 2019300 w 2807854"/>
              <a:gd name="csY60" fmla="*/ 1701800 h 2311400"/>
              <a:gd name="csX61" fmla="*/ 2222500 w 2807854"/>
              <a:gd name="csY61" fmla="*/ 1689100 h 2311400"/>
              <a:gd name="csX62" fmla="*/ 2374900 w 2807854"/>
              <a:gd name="csY62" fmla="*/ 1854200 h 2311400"/>
              <a:gd name="csX63" fmla="*/ 2400300 w 2807854"/>
              <a:gd name="csY63" fmla="*/ 1943100 h 2311400"/>
              <a:gd name="csX64" fmla="*/ 2425700 w 2807854"/>
              <a:gd name="csY64" fmla="*/ 2006600 h 2311400"/>
              <a:gd name="csX65" fmla="*/ 2349500 w 2807854"/>
              <a:gd name="csY65" fmla="*/ 2298700 h 2311400"/>
              <a:gd name="csX66" fmla="*/ 2273300 w 2807854"/>
              <a:gd name="csY66" fmla="*/ 2311400 h 2311400"/>
              <a:gd name="csX67" fmla="*/ 2095500 w 2807854"/>
              <a:gd name="csY67" fmla="*/ 2273300 h 2311400"/>
              <a:gd name="csX68" fmla="*/ 2044700 w 2807854"/>
              <a:gd name="csY68" fmla="*/ 2235200 h 2311400"/>
              <a:gd name="csX69" fmla="*/ 1993900 w 2807854"/>
              <a:gd name="csY69" fmla="*/ 2209800 h 2311400"/>
              <a:gd name="csX70" fmla="*/ 2006600 w 2807854"/>
              <a:gd name="csY70" fmla="*/ 2120900 h 2311400"/>
              <a:gd name="csX71" fmla="*/ 2120900 w 2807854"/>
              <a:gd name="csY71" fmla="*/ 2019300 h 2311400"/>
              <a:gd name="csX72" fmla="*/ 2540000 w 2807854"/>
              <a:gd name="csY72" fmla="*/ 1917700 h 2311400"/>
              <a:gd name="csX73" fmla="*/ 2628900 w 2807854"/>
              <a:gd name="csY73" fmla="*/ 1879600 h 2311400"/>
              <a:gd name="csX74" fmla="*/ 2705100 w 2807854"/>
              <a:gd name="csY74" fmla="*/ 1866900 h 2311400"/>
              <a:gd name="csX75" fmla="*/ 2743200 w 2807854"/>
              <a:gd name="csY75" fmla="*/ 1841500 h 2311400"/>
              <a:gd name="csX76" fmla="*/ 2781300 w 2807854"/>
              <a:gd name="csY76" fmla="*/ 1828800 h 2311400"/>
              <a:gd name="csX77" fmla="*/ 2806700 w 2807854"/>
              <a:gd name="csY77" fmla="*/ 1739900 h 2311400"/>
              <a:gd name="csX0" fmla="*/ 127000 w 2807854"/>
              <a:gd name="csY0" fmla="*/ 82550 h 2393950"/>
              <a:gd name="csX1" fmla="*/ 63500 w 2807854"/>
              <a:gd name="csY1" fmla="*/ 95250 h 2393950"/>
              <a:gd name="csX2" fmla="*/ 25400 w 2807854"/>
              <a:gd name="csY2" fmla="*/ 0 h 2393950"/>
              <a:gd name="csX3" fmla="*/ 12700 w 2807854"/>
              <a:gd name="csY3" fmla="*/ 158750 h 2393950"/>
              <a:gd name="csX4" fmla="*/ 0 w 2807854"/>
              <a:gd name="csY4" fmla="*/ 298450 h 2393950"/>
              <a:gd name="csX5" fmla="*/ 25400 w 2807854"/>
              <a:gd name="csY5" fmla="*/ 387350 h 2393950"/>
              <a:gd name="csX6" fmla="*/ 25400 w 2807854"/>
              <a:gd name="csY6" fmla="*/ 412750 h 2393950"/>
              <a:gd name="csX7" fmla="*/ 50800 w 2807854"/>
              <a:gd name="csY7" fmla="*/ 615950 h 2393950"/>
              <a:gd name="csX8" fmla="*/ 127000 w 2807854"/>
              <a:gd name="csY8" fmla="*/ 895350 h 2393950"/>
              <a:gd name="csX9" fmla="*/ 215900 w 2807854"/>
              <a:gd name="csY9" fmla="*/ 1047750 h 2393950"/>
              <a:gd name="csX10" fmla="*/ 711200 w 2807854"/>
              <a:gd name="csY10" fmla="*/ 1517650 h 2393950"/>
              <a:gd name="csX11" fmla="*/ 711200 w 2807854"/>
              <a:gd name="csY11" fmla="*/ 1517650 h 2393950"/>
              <a:gd name="csX12" fmla="*/ 749300 w 2807854"/>
              <a:gd name="csY12" fmla="*/ 1543050 h 2393950"/>
              <a:gd name="csX13" fmla="*/ 863600 w 2807854"/>
              <a:gd name="csY13" fmla="*/ 1720850 h 2393950"/>
              <a:gd name="csX14" fmla="*/ 939800 w 2807854"/>
              <a:gd name="csY14" fmla="*/ 1809750 h 2393950"/>
              <a:gd name="csX15" fmla="*/ 965200 w 2807854"/>
              <a:gd name="csY15" fmla="*/ 1809750 h 2393950"/>
              <a:gd name="csX16" fmla="*/ 977900 w 2807854"/>
              <a:gd name="csY16" fmla="*/ 1936750 h 2393950"/>
              <a:gd name="csX17" fmla="*/ 901700 w 2807854"/>
              <a:gd name="csY17" fmla="*/ 2139950 h 2393950"/>
              <a:gd name="csX18" fmla="*/ 812800 w 2807854"/>
              <a:gd name="csY18" fmla="*/ 2165350 h 2393950"/>
              <a:gd name="csX19" fmla="*/ 558800 w 2807854"/>
              <a:gd name="csY19" fmla="*/ 2076450 h 2393950"/>
              <a:gd name="csX20" fmla="*/ 381000 w 2807854"/>
              <a:gd name="csY20" fmla="*/ 1898650 h 2393950"/>
              <a:gd name="csX21" fmla="*/ 749300 w 2807854"/>
              <a:gd name="csY21" fmla="*/ 1568450 h 2393950"/>
              <a:gd name="csX22" fmla="*/ 635000 w 2807854"/>
              <a:gd name="csY22" fmla="*/ 1568450 h 2393950"/>
              <a:gd name="csX23" fmla="*/ 1092200 w 2807854"/>
              <a:gd name="csY23" fmla="*/ 882650 h 2393950"/>
              <a:gd name="csX24" fmla="*/ 1181100 w 2807854"/>
              <a:gd name="csY24" fmla="*/ 857250 h 2393950"/>
              <a:gd name="csX25" fmla="*/ 1282700 w 2807854"/>
              <a:gd name="csY25" fmla="*/ 806450 h 2393950"/>
              <a:gd name="csX26" fmla="*/ 1397000 w 2807854"/>
              <a:gd name="csY26" fmla="*/ 742950 h 2393950"/>
              <a:gd name="csX27" fmla="*/ 1511300 w 2807854"/>
              <a:gd name="csY27" fmla="*/ 654050 h 2393950"/>
              <a:gd name="csX28" fmla="*/ 1511300 w 2807854"/>
              <a:gd name="csY28" fmla="*/ 387350 h 2393950"/>
              <a:gd name="csX29" fmla="*/ 1435100 w 2807854"/>
              <a:gd name="csY29" fmla="*/ 323850 h 2393950"/>
              <a:gd name="csX30" fmla="*/ 1333500 w 2807854"/>
              <a:gd name="csY30" fmla="*/ 298450 h 2393950"/>
              <a:gd name="csX31" fmla="*/ 1155700 w 2807854"/>
              <a:gd name="csY31" fmla="*/ 349250 h 2393950"/>
              <a:gd name="csX32" fmla="*/ 1092200 w 2807854"/>
              <a:gd name="csY32" fmla="*/ 387350 h 2393950"/>
              <a:gd name="csX33" fmla="*/ 1104900 w 2807854"/>
              <a:gd name="csY33" fmla="*/ 704850 h 2393950"/>
              <a:gd name="csX34" fmla="*/ 1231900 w 2807854"/>
              <a:gd name="csY34" fmla="*/ 869950 h 2393950"/>
              <a:gd name="csX35" fmla="*/ 1384300 w 2807854"/>
              <a:gd name="csY35" fmla="*/ 996950 h 2393950"/>
              <a:gd name="csX36" fmla="*/ 1422400 w 2807854"/>
              <a:gd name="csY36" fmla="*/ 1022350 h 2393950"/>
              <a:gd name="csX37" fmla="*/ 1485900 w 2807854"/>
              <a:gd name="csY37" fmla="*/ 1098550 h 2393950"/>
              <a:gd name="csX38" fmla="*/ 1574800 w 2807854"/>
              <a:gd name="csY38" fmla="*/ 1187450 h 2393950"/>
              <a:gd name="csX39" fmla="*/ 1612900 w 2807854"/>
              <a:gd name="csY39" fmla="*/ 1250950 h 2393950"/>
              <a:gd name="csX40" fmla="*/ 1651000 w 2807854"/>
              <a:gd name="csY40" fmla="*/ 1301750 h 2393950"/>
              <a:gd name="csX41" fmla="*/ 1663700 w 2807854"/>
              <a:gd name="csY41" fmla="*/ 1339850 h 2393950"/>
              <a:gd name="csX42" fmla="*/ 1625600 w 2807854"/>
              <a:gd name="csY42" fmla="*/ 2012950 h 2393950"/>
              <a:gd name="csX43" fmla="*/ 1574800 w 2807854"/>
              <a:gd name="csY43" fmla="*/ 2190750 h 2393950"/>
              <a:gd name="csX44" fmla="*/ 1536700 w 2807854"/>
              <a:gd name="csY44" fmla="*/ 2228850 h 2393950"/>
              <a:gd name="csX45" fmla="*/ 1435100 w 2807854"/>
              <a:gd name="csY45" fmla="*/ 2190750 h 2393950"/>
              <a:gd name="csX46" fmla="*/ 1384300 w 2807854"/>
              <a:gd name="csY46" fmla="*/ 2152650 h 2393950"/>
              <a:gd name="csX47" fmla="*/ 1320800 w 2807854"/>
              <a:gd name="csY47" fmla="*/ 2114550 h 2393950"/>
              <a:gd name="csX48" fmla="*/ 1270000 w 2807854"/>
              <a:gd name="csY48" fmla="*/ 2000250 h 2393950"/>
              <a:gd name="csX49" fmla="*/ 1320800 w 2807854"/>
              <a:gd name="csY49" fmla="*/ 1873250 h 2393950"/>
              <a:gd name="csX50" fmla="*/ 1765300 w 2807854"/>
              <a:gd name="csY50" fmla="*/ 1708150 h 2393950"/>
              <a:gd name="csX51" fmla="*/ 1905000 w 2807854"/>
              <a:gd name="csY51" fmla="*/ 1733550 h 2393950"/>
              <a:gd name="csX52" fmla="*/ 2349500 w 2807854"/>
              <a:gd name="csY52" fmla="*/ 1504950 h 2393950"/>
              <a:gd name="csX53" fmla="*/ 2451100 w 2807854"/>
              <a:gd name="csY53" fmla="*/ 1403350 h 2393950"/>
              <a:gd name="csX54" fmla="*/ 2374900 w 2807854"/>
              <a:gd name="csY54" fmla="*/ 1339850 h 2393950"/>
              <a:gd name="csX55" fmla="*/ 2260600 w 2807854"/>
              <a:gd name="csY55" fmla="*/ 1289050 h 2393950"/>
              <a:gd name="csX56" fmla="*/ 2247900 w 2807854"/>
              <a:gd name="csY56" fmla="*/ 1263650 h 2393950"/>
              <a:gd name="csX57" fmla="*/ 2108200 w 2807854"/>
              <a:gd name="csY57" fmla="*/ 1339850 h 2393950"/>
              <a:gd name="csX58" fmla="*/ 1955800 w 2807854"/>
              <a:gd name="csY58" fmla="*/ 1466850 h 2393950"/>
              <a:gd name="csX59" fmla="*/ 1968500 w 2807854"/>
              <a:gd name="csY59" fmla="*/ 1479550 h 2393950"/>
              <a:gd name="csX60" fmla="*/ 2019300 w 2807854"/>
              <a:gd name="csY60" fmla="*/ 1784350 h 2393950"/>
              <a:gd name="csX61" fmla="*/ 2222500 w 2807854"/>
              <a:gd name="csY61" fmla="*/ 1771650 h 2393950"/>
              <a:gd name="csX62" fmla="*/ 2374900 w 2807854"/>
              <a:gd name="csY62" fmla="*/ 1936750 h 2393950"/>
              <a:gd name="csX63" fmla="*/ 2400300 w 2807854"/>
              <a:gd name="csY63" fmla="*/ 2025650 h 2393950"/>
              <a:gd name="csX64" fmla="*/ 2425700 w 2807854"/>
              <a:gd name="csY64" fmla="*/ 2089150 h 2393950"/>
              <a:gd name="csX65" fmla="*/ 2349500 w 2807854"/>
              <a:gd name="csY65" fmla="*/ 2381250 h 2393950"/>
              <a:gd name="csX66" fmla="*/ 2273300 w 2807854"/>
              <a:gd name="csY66" fmla="*/ 2393950 h 2393950"/>
              <a:gd name="csX67" fmla="*/ 2095500 w 2807854"/>
              <a:gd name="csY67" fmla="*/ 2355850 h 2393950"/>
              <a:gd name="csX68" fmla="*/ 2044700 w 2807854"/>
              <a:gd name="csY68" fmla="*/ 2317750 h 2393950"/>
              <a:gd name="csX69" fmla="*/ 1993900 w 2807854"/>
              <a:gd name="csY69" fmla="*/ 2292350 h 2393950"/>
              <a:gd name="csX70" fmla="*/ 2006600 w 2807854"/>
              <a:gd name="csY70" fmla="*/ 2203450 h 2393950"/>
              <a:gd name="csX71" fmla="*/ 2120900 w 2807854"/>
              <a:gd name="csY71" fmla="*/ 2101850 h 2393950"/>
              <a:gd name="csX72" fmla="*/ 2540000 w 2807854"/>
              <a:gd name="csY72" fmla="*/ 2000250 h 2393950"/>
              <a:gd name="csX73" fmla="*/ 2628900 w 2807854"/>
              <a:gd name="csY73" fmla="*/ 1962150 h 2393950"/>
              <a:gd name="csX74" fmla="*/ 2705100 w 2807854"/>
              <a:gd name="csY74" fmla="*/ 1949450 h 2393950"/>
              <a:gd name="csX75" fmla="*/ 2743200 w 2807854"/>
              <a:gd name="csY75" fmla="*/ 1924050 h 2393950"/>
              <a:gd name="csX76" fmla="*/ 2781300 w 2807854"/>
              <a:gd name="csY76" fmla="*/ 1911350 h 2393950"/>
              <a:gd name="csX77" fmla="*/ 2806700 w 2807854"/>
              <a:gd name="csY77" fmla="*/ 1822450 h 2393950"/>
              <a:gd name="csX0" fmla="*/ 127000 w 2807854"/>
              <a:gd name="csY0" fmla="*/ 148812 h 2460212"/>
              <a:gd name="csX1" fmla="*/ 44450 w 2807854"/>
              <a:gd name="csY1" fmla="*/ 2762 h 2460212"/>
              <a:gd name="csX2" fmla="*/ 25400 w 2807854"/>
              <a:gd name="csY2" fmla="*/ 66262 h 2460212"/>
              <a:gd name="csX3" fmla="*/ 12700 w 2807854"/>
              <a:gd name="csY3" fmla="*/ 225012 h 2460212"/>
              <a:gd name="csX4" fmla="*/ 0 w 2807854"/>
              <a:gd name="csY4" fmla="*/ 364712 h 2460212"/>
              <a:gd name="csX5" fmla="*/ 25400 w 2807854"/>
              <a:gd name="csY5" fmla="*/ 453612 h 2460212"/>
              <a:gd name="csX6" fmla="*/ 25400 w 2807854"/>
              <a:gd name="csY6" fmla="*/ 479012 h 2460212"/>
              <a:gd name="csX7" fmla="*/ 50800 w 2807854"/>
              <a:gd name="csY7" fmla="*/ 682212 h 2460212"/>
              <a:gd name="csX8" fmla="*/ 127000 w 2807854"/>
              <a:gd name="csY8" fmla="*/ 961612 h 2460212"/>
              <a:gd name="csX9" fmla="*/ 215900 w 2807854"/>
              <a:gd name="csY9" fmla="*/ 1114012 h 2460212"/>
              <a:gd name="csX10" fmla="*/ 711200 w 2807854"/>
              <a:gd name="csY10" fmla="*/ 1583912 h 2460212"/>
              <a:gd name="csX11" fmla="*/ 711200 w 2807854"/>
              <a:gd name="csY11" fmla="*/ 1583912 h 2460212"/>
              <a:gd name="csX12" fmla="*/ 749300 w 2807854"/>
              <a:gd name="csY12" fmla="*/ 1609312 h 2460212"/>
              <a:gd name="csX13" fmla="*/ 863600 w 2807854"/>
              <a:gd name="csY13" fmla="*/ 1787112 h 2460212"/>
              <a:gd name="csX14" fmla="*/ 939800 w 2807854"/>
              <a:gd name="csY14" fmla="*/ 1876012 h 2460212"/>
              <a:gd name="csX15" fmla="*/ 965200 w 2807854"/>
              <a:gd name="csY15" fmla="*/ 1876012 h 2460212"/>
              <a:gd name="csX16" fmla="*/ 977900 w 2807854"/>
              <a:gd name="csY16" fmla="*/ 2003012 h 2460212"/>
              <a:gd name="csX17" fmla="*/ 901700 w 2807854"/>
              <a:gd name="csY17" fmla="*/ 2206212 h 2460212"/>
              <a:gd name="csX18" fmla="*/ 812800 w 2807854"/>
              <a:gd name="csY18" fmla="*/ 2231612 h 2460212"/>
              <a:gd name="csX19" fmla="*/ 558800 w 2807854"/>
              <a:gd name="csY19" fmla="*/ 2142712 h 2460212"/>
              <a:gd name="csX20" fmla="*/ 381000 w 2807854"/>
              <a:gd name="csY20" fmla="*/ 1964912 h 2460212"/>
              <a:gd name="csX21" fmla="*/ 749300 w 2807854"/>
              <a:gd name="csY21" fmla="*/ 1634712 h 2460212"/>
              <a:gd name="csX22" fmla="*/ 635000 w 2807854"/>
              <a:gd name="csY22" fmla="*/ 1634712 h 2460212"/>
              <a:gd name="csX23" fmla="*/ 1092200 w 2807854"/>
              <a:gd name="csY23" fmla="*/ 948912 h 2460212"/>
              <a:gd name="csX24" fmla="*/ 1181100 w 2807854"/>
              <a:gd name="csY24" fmla="*/ 923512 h 2460212"/>
              <a:gd name="csX25" fmla="*/ 1282700 w 2807854"/>
              <a:gd name="csY25" fmla="*/ 872712 h 2460212"/>
              <a:gd name="csX26" fmla="*/ 1397000 w 2807854"/>
              <a:gd name="csY26" fmla="*/ 809212 h 2460212"/>
              <a:gd name="csX27" fmla="*/ 1511300 w 2807854"/>
              <a:gd name="csY27" fmla="*/ 720312 h 2460212"/>
              <a:gd name="csX28" fmla="*/ 1511300 w 2807854"/>
              <a:gd name="csY28" fmla="*/ 453612 h 2460212"/>
              <a:gd name="csX29" fmla="*/ 1435100 w 2807854"/>
              <a:gd name="csY29" fmla="*/ 390112 h 2460212"/>
              <a:gd name="csX30" fmla="*/ 1333500 w 2807854"/>
              <a:gd name="csY30" fmla="*/ 364712 h 2460212"/>
              <a:gd name="csX31" fmla="*/ 1155700 w 2807854"/>
              <a:gd name="csY31" fmla="*/ 415512 h 2460212"/>
              <a:gd name="csX32" fmla="*/ 1092200 w 2807854"/>
              <a:gd name="csY32" fmla="*/ 453612 h 2460212"/>
              <a:gd name="csX33" fmla="*/ 1104900 w 2807854"/>
              <a:gd name="csY33" fmla="*/ 771112 h 2460212"/>
              <a:gd name="csX34" fmla="*/ 1231900 w 2807854"/>
              <a:gd name="csY34" fmla="*/ 936212 h 2460212"/>
              <a:gd name="csX35" fmla="*/ 1384300 w 2807854"/>
              <a:gd name="csY35" fmla="*/ 1063212 h 2460212"/>
              <a:gd name="csX36" fmla="*/ 1422400 w 2807854"/>
              <a:gd name="csY36" fmla="*/ 1088612 h 2460212"/>
              <a:gd name="csX37" fmla="*/ 1485900 w 2807854"/>
              <a:gd name="csY37" fmla="*/ 1164812 h 2460212"/>
              <a:gd name="csX38" fmla="*/ 1574800 w 2807854"/>
              <a:gd name="csY38" fmla="*/ 1253712 h 2460212"/>
              <a:gd name="csX39" fmla="*/ 1612900 w 2807854"/>
              <a:gd name="csY39" fmla="*/ 1317212 h 2460212"/>
              <a:gd name="csX40" fmla="*/ 1651000 w 2807854"/>
              <a:gd name="csY40" fmla="*/ 1368012 h 2460212"/>
              <a:gd name="csX41" fmla="*/ 1663700 w 2807854"/>
              <a:gd name="csY41" fmla="*/ 1406112 h 2460212"/>
              <a:gd name="csX42" fmla="*/ 1625600 w 2807854"/>
              <a:gd name="csY42" fmla="*/ 2079212 h 2460212"/>
              <a:gd name="csX43" fmla="*/ 1574800 w 2807854"/>
              <a:gd name="csY43" fmla="*/ 2257012 h 2460212"/>
              <a:gd name="csX44" fmla="*/ 1536700 w 2807854"/>
              <a:gd name="csY44" fmla="*/ 2295112 h 2460212"/>
              <a:gd name="csX45" fmla="*/ 1435100 w 2807854"/>
              <a:gd name="csY45" fmla="*/ 2257012 h 2460212"/>
              <a:gd name="csX46" fmla="*/ 1384300 w 2807854"/>
              <a:gd name="csY46" fmla="*/ 2218912 h 2460212"/>
              <a:gd name="csX47" fmla="*/ 1320800 w 2807854"/>
              <a:gd name="csY47" fmla="*/ 2180812 h 2460212"/>
              <a:gd name="csX48" fmla="*/ 1270000 w 2807854"/>
              <a:gd name="csY48" fmla="*/ 2066512 h 2460212"/>
              <a:gd name="csX49" fmla="*/ 1320800 w 2807854"/>
              <a:gd name="csY49" fmla="*/ 1939512 h 2460212"/>
              <a:gd name="csX50" fmla="*/ 1765300 w 2807854"/>
              <a:gd name="csY50" fmla="*/ 1774412 h 2460212"/>
              <a:gd name="csX51" fmla="*/ 1905000 w 2807854"/>
              <a:gd name="csY51" fmla="*/ 1799812 h 2460212"/>
              <a:gd name="csX52" fmla="*/ 2349500 w 2807854"/>
              <a:gd name="csY52" fmla="*/ 1571212 h 2460212"/>
              <a:gd name="csX53" fmla="*/ 2451100 w 2807854"/>
              <a:gd name="csY53" fmla="*/ 1469612 h 2460212"/>
              <a:gd name="csX54" fmla="*/ 2374900 w 2807854"/>
              <a:gd name="csY54" fmla="*/ 1406112 h 2460212"/>
              <a:gd name="csX55" fmla="*/ 2260600 w 2807854"/>
              <a:gd name="csY55" fmla="*/ 1355312 h 2460212"/>
              <a:gd name="csX56" fmla="*/ 2247900 w 2807854"/>
              <a:gd name="csY56" fmla="*/ 1329912 h 2460212"/>
              <a:gd name="csX57" fmla="*/ 2108200 w 2807854"/>
              <a:gd name="csY57" fmla="*/ 1406112 h 2460212"/>
              <a:gd name="csX58" fmla="*/ 1955800 w 2807854"/>
              <a:gd name="csY58" fmla="*/ 1533112 h 2460212"/>
              <a:gd name="csX59" fmla="*/ 1968500 w 2807854"/>
              <a:gd name="csY59" fmla="*/ 1545812 h 2460212"/>
              <a:gd name="csX60" fmla="*/ 2019300 w 2807854"/>
              <a:gd name="csY60" fmla="*/ 1850612 h 2460212"/>
              <a:gd name="csX61" fmla="*/ 2222500 w 2807854"/>
              <a:gd name="csY61" fmla="*/ 1837912 h 2460212"/>
              <a:gd name="csX62" fmla="*/ 2374900 w 2807854"/>
              <a:gd name="csY62" fmla="*/ 2003012 h 2460212"/>
              <a:gd name="csX63" fmla="*/ 2400300 w 2807854"/>
              <a:gd name="csY63" fmla="*/ 2091912 h 2460212"/>
              <a:gd name="csX64" fmla="*/ 2425700 w 2807854"/>
              <a:gd name="csY64" fmla="*/ 2155412 h 2460212"/>
              <a:gd name="csX65" fmla="*/ 2349500 w 2807854"/>
              <a:gd name="csY65" fmla="*/ 2447512 h 2460212"/>
              <a:gd name="csX66" fmla="*/ 2273300 w 2807854"/>
              <a:gd name="csY66" fmla="*/ 2460212 h 2460212"/>
              <a:gd name="csX67" fmla="*/ 2095500 w 2807854"/>
              <a:gd name="csY67" fmla="*/ 2422112 h 2460212"/>
              <a:gd name="csX68" fmla="*/ 2044700 w 2807854"/>
              <a:gd name="csY68" fmla="*/ 2384012 h 2460212"/>
              <a:gd name="csX69" fmla="*/ 1993900 w 2807854"/>
              <a:gd name="csY69" fmla="*/ 2358612 h 2460212"/>
              <a:gd name="csX70" fmla="*/ 2006600 w 2807854"/>
              <a:gd name="csY70" fmla="*/ 2269712 h 2460212"/>
              <a:gd name="csX71" fmla="*/ 2120900 w 2807854"/>
              <a:gd name="csY71" fmla="*/ 2168112 h 2460212"/>
              <a:gd name="csX72" fmla="*/ 2540000 w 2807854"/>
              <a:gd name="csY72" fmla="*/ 2066512 h 2460212"/>
              <a:gd name="csX73" fmla="*/ 2628900 w 2807854"/>
              <a:gd name="csY73" fmla="*/ 2028412 h 2460212"/>
              <a:gd name="csX74" fmla="*/ 2705100 w 2807854"/>
              <a:gd name="csY74" fmla="*/ 2015712 h 2460212"/>
              <a:gd name="csX75" fmla="*/ 2743200 w 2807854"/>
              <a:gd name="csY75" fmla="*/ 1990312 h 2460212"/>
              <a:gd name="csX76" fmla="*/ 2781300 w 2807854"/>
              <a:gd name="csY76" fmla="*/ 1977612 h 2460212"/>
              <a:gd name="csX77" fmla="*/ 2806700 w 2807854"/>
              <a:gd name="csY77" fmla="*/ 1888712 h 2460212"/>
              <a:gd name="csX0" fmla="*/ 107950 w 2807854"/>
              <a:gd name="csY0" fmla="*/ 0 h 2495550"/>
              <a:gd name="csX1" fmla="*/ 44450 w 2807854"/>
              <a:gd name="csY1" fmla="*/ 38100 h 2495550"/>
              <a:gd name="csX2" fmla="*/ 25400 w 2807854"/>
              <a:gd name="csY2" fmla="*/ 101600 h 2495550"/>
              <a:gd name="csX3" fmla="*/ 12700 w 2807854"/>
              <a:gd name="csY3" fmla="*/ 260350 h 2495550"/>
              <a:gd name="csX4" fmla="*/ 0 w 2807854"/>
              <a:gd name="csY4" fmla="*/ 400050 h 2495550"/>
              <a:gd name="csX5" fmla="*/ 25400 w 2807854"/>
              <a:gd name="csY5" fmla="*/ 488950 h 2495550"/>
              <a:gd name="csX6" fmla="*/ 25400 w 2807854"/>
              <a:gd name="csY6" fmla="*/ 514350 h 2495550"/>
              <a:gd name="csX7" fmla="*/ 50800 w 2807854"/>
              <a:gd name="csY7" fmla="*/ 717550 h 2495550"/>
              <a:gd name="csX8" fmla="*/ 127000 w 2807854"/>
              <a:gd name="csY8" fmla="*/ 996950 h 2495550"/>
              <a:gd name="csX9" fmla="*/ 215900 w 2807854"/>
              <a:gd name="csY9" fmla="*/ 1149350 h 2495550"/>
              <a:gd name="csX10" fmla="*/ 711200 w 2807854"/>
              <a:gd name="csY10" fmla="*/ 1619250 h 2495550"/>
              <a:gd name="csX11" fmla="*/ 711200 w 2807854"/>
              <a:gd name="csY11" fmla="*/ 1619250 h 2495550"/>
              <a:gd name="csX12" fmla="*/ 749300 w 2807854"/>
              <a:gd name="csY12" fmla="*/ 1644650 h 2495550"/>
              <a:gd name="csX13" fmla="*/ 863600 w 2807854"/>
              <a:gd name="csY13" fmla="*/ 1822450 h 2495550"/>
              <a:gd name="csX14" fmla="*/ 939800 w 2807854"/>
              <a:gd name="csY14" fmla="*/ 1911350 h 2495550"/>
              <a:gd name="csX15" fmla="*/ 965200 w 2807854"/>
              <a:gd name="csY15" fmla="*/ 1911350 h 2495550"/>
              <a:gd name="csX16" fmla="*/ 977900 w 2807854"/>
              <a:gd name="csY16" fmla="*/ 2038350 h 2495550"/>
              <a:gd name="csX17" fmla="*/ 901700 w 2807854"/>
              <a:gd name="csY17" fmla="*/ 2241550 h 2495550"/>
              <a:gd name="csX18" fmla="*/ 812800 w 2807854"/>
              <a:gd name="csY18" fmla="*/ 2266950 h 2495550"/>
              <a:gd name="csX19" fmla="*/ 558800 w 2807854"/>
              <a:gd name="csY19" fmla="*/ 2178050 h 2495550"/>
              <a:gd name="csX20" fmla="*/ 381000 w 2807854"/>
              <a:gd name="csY20" fmla="*/ 2000250 h 2495550"/>
              <a:gd name="csX21" fmla="*/ 749300 w 2807854"/>
              <a:gd name="csY21" fmla="*/ 1670050 h 2495550"/>
              <a:gd name="csX22" fmla="*/ 635000 w 2807854"/>
              <a:gd name="csY22" fmla="*/ 1670050 h 2495550"/>
              <a:gd name="csX23" fmla="*/ 1092200 w 2807854"/>
              <a:gd name="csY23" fmla="*/ 984250 h 2495550"/>
              <a:gd name="csX24" fmla="*/ 1181100 w 2807854"/>
              <a:gd name="csY24" fmla="*/ 958850 h 2495550"/>
              <a:gd name="csX25" fmla="*/ 1282700 w 2807854"/>
              <a:gd name="csY25" fmla="*/ 908050 h 2495550"/>
              <a:gd name="csX26" fmla="*/ 1397000 w 2807854"/>
              <a:gd name="csY26" fmla="*/ 844550 h 2495550"/>
              <a:gd name="csX27" fmla="*/ 1511300 w 2807854"/>
              <a:gd name="csY27" fmla="*/ 755650 h 2495550"/>
              <a:gd name="csX28" fmla="*/ 1511300 w 2807854"/>
              <a:gd name="csY28" fmla="*/ 488950 h 2495550"/>
              <a:gd name="csX29" fmla="*/ 1435100 w 2807854"/>
              <a:gd name="csY29" fmla="*/ 425450 h 2495550"/>
              <a:gd name="csX30" fmla="*/ 1333500 w 2807854"/>
              <a:gd name="csY30" fmla="*/ 400050 h 2495550"/>
              <a:gd name="csX31" fmla="*/ 1155700 w 2807854"/>
              <a:gd name="csY31" fmla="*/ 450850 h 2495550"/>
              <a:gd name="csX32" fmla="*/ 1092200 w 2807854"/>
              <a:gd name="csY32" fmla="*/ 488950 h 2495550"/>
              <a:gd name="csX33" fmla="*/ 1104900 w 2807854"/>
              <a:gd name="csY33" fmla="*/ 806450 h 2495550"/>
              <a:gd name="csX34" fmla="*/ 1231900 w 2807854"/>
              <a:gd name="csY34" fmla="*/ 971550 h 2495550"/>
              <a:gd name="csX35" fmla="*/ 1384300 w 2807854"/>
              <a:gd name="csY35" fmla="*/ 1098550 h 2495550"/>
              <a:gd name="csX36" fmla="*/ 1422400 w 2807854"/>
              <a:gd name="csY36" fmla="*/ 1123950 h 2495550"/>
              <a:gd name="csX37" fmla="*/ 1485900 w 2807854"/>
              <a:gd name="csY37" fmla="*/ 1200150 h 2495550"/>
              <a:gd name="csX38" fmla="*/ 1574800 w 2807854"/>
              <a:gd name="csY38" fmla="*/ 1289050 h 2495550"/>
              <a:gd name="csX39" fmla="*/ 1612900 w 2807854"/>
              <a:gd name="csY39" fmla="*/ 1352550 h 2495550"/>
              <a:gd name="csX40" fmla="*/ 1651000 w 2807854"/>
              <a:gd name="csY40" fmla="*/ 1403350 h 2495550"/>
              <a:gd name="csX41" fmla="*/ 1663700 w 2807854"/>
              <a:gd name="csY41" fmla="*/ 1441450 h 2495550"/>
              <a:gd name="csX42" fmla="*/ 1625600 w 2807854"/>
              <a:gd name="csY42" fmla="*/ 2114550 h 2495550"/>
              <a:gd name="csX43" fmla="*/ 1574800 w 2807854"/>
              <a:gd name="csY43" fmla="*/ 2292350 h 2495550"/>
              <a:gd name="csX44" fmla="*/ 1536700 w 2807854"/>
              <a:gd name="csY44" fmla="*/ 2330450 h 2495550"/>
              <a:gd name="csX45" fmla="*/ 1435100 w 2807854"/>
              <a:gd name="csY45" fmla="*/ 2292350 h 2495550"/>
              <a:gd name="csX46" fmla="*/ 1384300 w 2807854"/>
              <a:gd name="csY46" fmla="*/ 2254250 h 2495550"/>
              <a:gd name="csX47" fmla="*/ 1320800 w 2807854"/>
              <a:gd name="csY47" fmla="*/ 2216150 h 2495550"/>
              <a:gd name="csX48" fmla="*/ 1270000 w 2807854"/>
              <a:gd name="csY48" fmla="*/ 2101850 h 2495550"/>
              <a:gd name="csX49" fmla="*/ 1320800 w 2807854"/>
              <a:gd name="csY49" fmla="*/ 1974850 h 2495550"/>
              <a:gd name="csX50" fmla="*/ 1765300 w 2807854"/>
              <a:gd name="csY50" fmla="*/ 1809750 h 2495550"/>
              <a:gd name="csX51" fmla="*/ 1905000 w 2807854"/>
              <a:gd name="csY51" fmla="*/ 1835150 h 2495550"/>
              <a:gd name="csX52" fmla="*/ 2349500 w 2807854"/>
              <a:gd name="csY52" fmla="*/ 1606550 h 2495550"/>
              <a:gd name="csX53" fmla="*/ 2451100 w 2807854"/>
              <a:gd name="csY53" fmla="*/ 1504950 h 2495550"/>
              <a:gd name="csX54" fmla="*/ 2374900 w 2807854"/>
              <a:gd name="csY54" fmla="*/ 1441450 h 2495550"/>
              <a:gd name="csX55" fmla="*/ 2260600 w 2807854"/>
              <a:gd name="csY55" fmla="*/ 1390650 h 2495550"/>
              <a:gd name="csX56" fmla="*/ 2247900 w 2807854"/>
              <a:gd name="csY56" fmla="*/ 1365250 h 2495550"/>
              <a:gd name="csX57" fmla="*/ 2108200 w 2807854"/>
              <a:gd name="csY57" fmla="*/ 1441450 h 2495550"/>
              <a:gd name="csX58" fmla="*/ 1955800 w 2807854"/>
              <a:gd name="csY58" fmla="*/ 1568450 h 2495550"/>
              <a:gd name="csX59" fmla="*/ 1968500 w 2807854"/>
              <a:gd name="csY59" fmla="*/ 1581150 h 2495550"/>
              <a:gd name="csX60" fmla="*/ 2019300 w 2807854"/>
              <a:gd name="csY60" fmla="*/ 1885950 h 2495550"/>
              <a:gd name="csX61" fmla="*/ 2222500 w 2807854"/>
              <a:gd name="csY61" fmla="*/ 1873250 h 2495550"/>
              <a:gd name="csX62" fmla="*/ 2374900 w 2807854"/>
              <a:gd name="csY62" fmla="*/ 2038350 h 2495550"/>
              <a:gd name="csX63" fmla="*/ 2400300 w 2807854"/>
              <a:gd name="csY63" fmla="*/ 2127250 h 2495550"/>
              <a:gd name="csX64" fmla="*/ 2425700 w 2807854"/>
              <a:gd name="csY64" fmla="*/ 2190750 h 2495550"/>
              <a:gd name="csX65" fmla="*/ 2349500 w 2807854"/>
              <a:gd name="csY65" fmla="*/ 2482850 h 2495550"/>
              <a:gd name="csX66" fmla="*/ 2273300 w 2807854"/>
              <a:gd name="csY66" fmla="*/ 2495550 h 2495550"/>
              <a:gd name="csX67" fmla="*/ 2095500 w 2807854"/>
              <a:gd name="csY67" fmla="*/ 2457450 h 2495550"/>
              <a:gd name="csX68" fmla="*/ 2044700 w 2807854"/>
              <a:gd name="csY68" fmla="*/ 2419350 h 2495550"/>
              <a:gd name="csX69" fmla="*/ 1993900 w 2807854"/>
              <a:gd name="csY69" fmla="*/ 2393950 h 2495550"/>
              <a:gd name="csX70" fmla="*/ 2006600 w 2807854"/>
              <a:gd name="csY70" fmla="*/ 2305050 h 2495550"/>
              <a:gd name="csX71" fmla="*/ 2120900 w 2807854"/>
              <a:gd name="csY71" fmla="*/ 2203450 h 2495550"/>
              <a:gd name="csX72" fmla="*/ 2540000 w 2807854"/>
              <a:gd name="csY72" fmla="*/ 2101850 h 2495550"/>
              <a:gd name="csX73" fmla="*/ 2628900 w 2807854"/>
              <a:gd name="csY73" fmla="*/ 2063750 h 2495550"/>
              <a:gd name="csX74" fmla="*/ 2705100 w 2807854"/>
              <a:gd name="csY74" fmla="*/ 2051050 h 2495550"/>
              <a:gd name="csX75" fmla="*/ 2743200 w 2807854"/>
              <a:gd name="csY75" fmla="*/ 2025650 h 2495550"/>
              <a:gd name="csX76" fmla="*/ 2781300 w 2807854"/>
              <a:gd name="csY76" fmla="*/ 2012950 h 2495550"/>
              <a:gd name="csX77" fmla="*/ 2806700 w 2807854"/>
              <a:gd name="csY77" fmla="*/ 1924050 h 2495550"/>
              <a:gd name="csX0" fmla="*/ 107950 w 2807854"/>
              <a:gd name="csY0" fmla="*/ 0 h 2495550"/>
              <a:gd name="csX1" fmla="*/ 44450 w 2807854"/>
              <a:gd name="csY1" fmla="*/ 38100 h 2495550"/>
              <a:gd name="csX2" fmla="*/ 25400 w 2807854"/>
              <a:gd name="csY2" fmla="*/ 101600 h 2495550"/>
              <a:gd name="csX3" fmla="*/ 12700 w 2807854"/>
              <a:gd name="csY3" fmla="*/ 260350 h 2495550"/>
              <a:gd name="csX4" fmla="*/ 0 w 2807854"/>
              <a:gd name="csY4" fmla="*/ 400050 h 2495550"/>
              <a:gd name="csX5" fmla="*/ 25400 w 2807854"/>
              <a:gd name="csY5" fmla="*/ 488950 h 2495550"/>
              <a:gd name="csX6" fmla="*/ 25400 w 2807854"/>
              <a:gd name="csY6" fmla="*/ 514350 h 2495550"/>
              <a:gd name="csX7" fmla="*/ 50800 w 2807854"/>
              <a:gd name="csY7" fmla="*/ 717550 h 2495550"/>
              <a:gd name="csX8" fmla="*/ 127000 w 2807854"/>
              <a:gd name="csY8" fmla="*/ 996950 h 2495550"/>
              <a:gd name="csX9" fmla="*/ 215900 w 2807854"/>
              <a:gd name="csY9" fmla="*/ 1149350 h 2495550"/>
              <a:gd name="csX10" fmla="*/ 711200 w 2807854"/>
              <a:gd name="csY10" fmla="*/ 1619250 h 2495550"/>
              <a:gd name="csX11" fmla="*/ 711200 w 2807854"/>
              <a:gd name="csY11" fmla="*/ 1619250 h 2495550"/>
              <a:gd name="csX12" fmla="*/ 749300 w 2807854"/>
              <a:gd name="csY12" fmla="*/ 1644650 h 2495550"/>
              <a:gd name="csX13" fmla="*/ 863600 w 2807854"/>
              <a:gd name="csY13" fmla="*/ 1822450 h 2495550"/>
              <a:gd name="csX14" fmla="*/ 939800 w 2807854"/>
              <a:gd name="csY14" fmla="*/ 1911350 h 2495550"/>
              <a:gd name="csX15" fmla="*/ 965200 w 2807854"/>
              <a:gd name="csY15" fmla="*/ 1911350 h 2495550"/>
              <a:gd name="csX16" fmla="*/ 977900 w 2807854"/>
              <a:gd name="csY16" fmla="*/ 2038350 h 2495550"/>
              <a:gd name="csX17" fmla="*/ 901700 w 2807854"/>
              <a:gd name="csY17" fmla="*/ 2241550 h 2495550"/>
              <a:gd name="csX18" fmla="*/ 812800 w 2807854"/>
              <a:gd name="csY18" fmla="*/ 2266950 h 2495550"/>
              <a:gd name="csX19" fmla="*/ 558800 w 2807854"/>
              <a:gd name="csY19" fmla="*/ 2178050 h 2495550"/>
              <a:gd name="csX20" fmla="*/ 381000 w 2807854"/>
              <a:gd name="csY20" fmla="*/ 2000250 h 2495550"/>
              <a:gd name="csX21" fmla="*/ 749300 w 2807854"/>
              <a:gd name="csY21" fmla="*/ 1670050 h 2495550"/>
              <a:gd name="csX22" fmla="*/ 736600 w 2807854"/>
              <a:gd name="csY22" fmla="*/ 1593850 h 2495550"/>
              <a:gd name="csX23" fmla="*/ 1092200 w 2807854"/>
              <a:gd name="csY23" fmla="*/ 984250 h 2495550"/>
              <a:gd name="csX24" fmla="*/ 1181100 w 2807854"/>
              <a:gd name="csY24" fmla="*/ 958850 h 2495550"/>
              <a:gd name="csX25" fmla="*/ 1282700 w 2807854"/>
              <a:gd name="csY25" fmla="*/ 908050 h 2495550"/>
              <a:gd name="csX26" fmla="*/ 1397000 w 2807854"/>
              <a:gd name="csY26" fmla="*/ 844550 h 2495550"/>
              <a:gd name="csX27" fmla="*/ 1511300 w 2807854"/>
              <a:gd name="csY27" fmla="*/ 755650 h 2495550"/>
              <a:gd name="csX28" fmla="*/ 1511300 w 2807854"/>
              <a:gd name="csY28" fmla="*/ 488950 h 2495550"/>
              <a:gd name="csX29" fmla="*/ 1435100 w 2807854"/>
              <a:gd name="csY29" fmla="*/ 425450 h 2495550"/>
              <a:gd name="csX30" fmla="*/ 1333500 w 2807854"/>
              <a:gd name="csY30" fmla="*/ 400050 h 2495550"/>
              <a:gd name="csX31" fmla="*/ 1155700 w 2807854"/>
              <a:gd name="csY31" fmla="*/ 450850 h 2495550"/>
              <a:gd name="csX32" fmla="*/ 1092200 w 2807854"/>
              <a:gd name="csY32" fmla="*/ 488950 h 2495550"/>
              <a:gd name="csX33" fmla="*/ 1104900 w 2807854"/>
              <a:gd name="csY33" fmla="*/ 806450 h 2495550"/>
              <a:gd name="csX34" fmla="*/ 1231900 w 2807854"/>
              <a:gd name="csY34" fmla="*/ 971550 h 2495550"/>
              <a:gd name="csX35" fmla="*/ 1384300 w 2807854"/>
              <a:gd name="csY35" fmla="*/ 1098550 h 2495550"/>
              <a:gd name="csX36" fmla="*/ 1422400 w 2807854"/>
              <a:gd name="csY36" fmla="*/ 1123950 h 2495550"/>
              <a:gd name="csX37" fmla="*/ 1485900 w 2807854"/>
              <a:gd name="csY37" fmla="*/ 1200150 h 2495550"/>
              <a:gd name="csX38" fmla="*/ 1574800 w 2807854"/>
              <a:gd name="csY38" fmla="*/ 1289050 h 2495550"/>
              <a:gd name="csX39" fmla="*/ 1612900 w 2807854"/>
              <a:gd name="csY39" fmla="*/ 1352550 h 2495550"/>
              <a:gd name="csX40" fmla="*/ 1651000 w 2807854"/>
              <a:gd name="csY40" fmla="*/ 1403350 h 2495550"/>
              <a:gd name="csX41" fmla="*/ 1663700 w 2807854"/>
              <a:gd name="csY41" fmla="*/ 1441450 h 2495550"/>
              <a:gd name="csX42" fmla="*/ 1625600 w 2807854"/>
              <a:gd name="csY42" fmla="*/ 2114550 h 2495550"/>
              <a:gd name="csX43" fmla="*/ 1574800 w 2807854"/>
              <a:gd name="csY43" fmla="*/ 2292350 h 2495550"/>
              <a:gd name="csX44" fmla="*/ 1536700 w 2807854"/>
              <a:gd name="csY44" fmla="*/ 2330450 h 2495550"/>
              <a:gd name="csX45" fmla="*/ 1435100 w 2807854"/>
              <a:gd name="csY45" fmla="*/ 2292350 h 2495550"/>
              <a:gd name="csX46" fmla="*/ 1384300 w 2807854"/>
              <a:gd name="csY46" fmla="*/ 2254250 h 2495550"/>
              <a:gd name="csX47" fmla="*/ 1320800 w 2807854"/>
              <a:gd name="csY47" fmla="*/ 2216150 h 2495550"/>
              <a:gd name="csX48" fmla="*/ 1270000 w 2807854"/>
              <a:gd name="csY48" fmla="*/ 2101850 h 2495550"/>
              <a:gd name="csX49" fmla="*/ 1320800 w 2807854"/>
              <a:gd name="csY49" fmla="*/ 1974850 h 2495550"/>
              <a:gd name="csX50" fmla="*/ 1765300 w 2807854"/>
              <a:gd name="csY50" fmla="*/ 1809750 h 2495550"/>
              <a:gd name="csX51" fmla="*/ 1905000 w 2807854"/>
              <a:gd name="csY51" fmla="*/ 1835150 h 2495550"/>
              <a:gd name="csX52" fmla="*/ 2349500 w 2807854"/>
              <a:gd name="csY52" fmla="*/ 1606550 h 2495550"/>
              <a:gd name="csX53" fmla="*/ 2451100 w 2807854"/>
              <a:gd name="csY53" fmla="*/ 1504950 h 2495550"/>
              <a:gd name="csX54" fmla="*/ 2374900 w 2807854"/>
              <a:gd name="csY54" fmla="*/ 1441450 h 2495550"/>
              <a:gd name="csX55" fmla="*/ 2260600 w 2807854"/>
              <a:gd name="csY55" fmla="*/ 1390650 h 2495550"/>
              <a:gd name="csX56" fmla="*/ 2247900 w 2807854"/>
              <a:gd name="csY56" fmla="*/ 1365250 h 2495550"/>
              <a:gd name="csX57" fmla="*/ 2108200 w 2807854"/>
              <a:gd name="csY57" fmla="*/ 1441450 h 2495550"/>
              <a:gd name="csX58" fmla="*/ 1955800 w 2807854"/>
              <a:gd name="csY58" fmla="*/ 1568450 h 2495550"/>
              <a:gd name="csX59" fmla="*/ 1968500 w 2807854"/>
              <a:gd name="csY59" fmla="*/ 1581150 h 2495550"/>
              <a:gd name="csX60" fmla="*/ 2019300 w 2807854"/>
              <a:gd name="csY60" fmla="*/ 1885950 h 2495550"/>
              <a:gd name="csX61" fmla="*/ 2222500 w 2807854"/>
              <a:gd name="csY61" fmla="*/ 1873250 h 2495550"/>
              <a:gd name="csX62" fmla="*/ 2374900 w 2807854"/>
              <a:gd name="csY62" fmla="*/ 2038350 h 2495550"/>
              <a:gd name="csX63" fmla="*/ 2400300 w 2807854"/>
              <a:gd name="csY63" fmla="*/ 2127250 h 2495550"/>
              <a:gd name="csX64" fmla="*/ 2425700 w 2807854"/>
              <a:gd name="csY64" fmla="*/ 2190750 h 2495550"/>
              <a:gd name="csX65" fmla="*/ 2349500 w 2807854"/>
              <a:gd name="csY65" fmla="*/ 2482850 h 2495550"/>
              <a:gd name="csX66" fmla="*/ 2273300 w 2807854"/>
              <a:gd name="csY66" fmla="*/ 2495550 h 2495550"/>
              <a:gd name="csX67" fmla="*/ 2095500 w 2807854"/>
              <a:gd name="csY67" fmla="*/ 2457450 h 2495550"/>
              <a:gd name="csX68" fmla="*/ 2044700 w 2807854"/>
              <a:gd name="csY68" fmla="*/ 2419350 h 2495550"/>
              <a:gd name="csX69" fmla="*/ 1993900 w 2807854"/>
              <a:gd name="csY69" fmla="*/ 2393950 h 2495550"/>
              <a:gd name="csX70" fmla="*/ 2006600 w 2807854"/>
              <a:gd name="csY70" fmla="*/ 2305050 h 2495550"/>
              <a:gd name="csX71" fmla="*/ 2120900 w 2807854"/>
              <a:gd name="csY71" fmla="*/ 2203450 h 2495550"/>
              <a:gd name="csX72" fmla="*/ 2540000 w 2807854"/>
              <a:gd name="csY72" fmla="*/ 2101850 h 2495550"/>
              <a:gd name="csX73" fmla="*/ 2628900 w 2807854"/>
              <a:gd name="csY73" fmla="*/ 2063750 h 2495550"/>
              <a:gd name="csX74" fmla="*/ 2705100 w 2807854"/>
              <a:gd name="csY74" fmla="*/ 2051050 h 2495550"/>
              <a:gd name="csX75" fmla="*/ 2743200 w 2807854"/>
              <a:gd name="csY75" fmla="*/ 2025650 h 2495550"/>
              <a:gd name="csX76" fmla="*/ 2781300 w 2807854"/>
              <a:gd name="csY76" fmla="*/ 2012950 h 2495550"/>
              <a:gd name="csX77" fmla="*/ 2806700 w 280785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898650 w 2801504"/>
              <a:gd name="csY51" fmla="*/ 183515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254250 w 2801504"/>
              <a:gd name="csY55" fmla="*/ 1390650 h 2495550"/>
              <a:gd name="csX56" fmla="*/ 2241550 w 2801504"/>
              <a:gd name="csY56" fmla="*/ 1365250 h 2495550"/>
              <a:gd name="csX57" fmla="*/ 2101850 w 2801504"/>
              <a:gd name="csY57" fmla="*/ 1441450 h 2495550"/>
              <a:gd name="csX58" fmla="*/ 1949450 w 2801504"/>
              <a:gd name="csY58" fmla="*/ 1568450 h 2495550"/>
              <a:gd name="csX59" fmla="*/ 1962150 w 2801504"/>
              <a:gd name="csY59" fmla="*/ 15811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254250 w 2801504"/>
              <a:gd name="csY55" fmla="*/ 1390650 h 2495550"/>
              <a:gd name="csX56" fmla="*/ 2241550 w 2801504"/>
              <a:gd name="csY56" fmla="*/ 1365250 h 2495550"/>
              <a:gd name="csX57" fmla="*/ 2101850 w 2801504"/>
              <a:gd name="csY57" fmla="*/ 1441450 h 2495550"/>
              <a:gd name="csX58" fmla="*/ 1949450 w 2801504"/>
              <a:gd name="csY58" fmla="*/ 1568450 h 2495550"/>
              <a:gd name="csX59" fmla="*/ 1962150 w 2801504"/>
              <a:gd name="csY59" fmla="*/ 15811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254250 w 2801504"/>
              <a:gd name="csY55" fmla="*/ 1390650 h 2495550"/>
              <a:gd name="csX56" fmla="*/ 2241550 w 2801504"/>
              <a:gd name="csY56" fmla="*/ 1365250 h 2495550"/>
              <a:gd name="csX57" fmla="*/ 2101850 w 2801504"/>
              <a:gd name="csY57" fmla="*/ 1441450 h 2495550"/>
              <a:gd name="csX58" fmla="*/ 1949450 w 2801504"/>
              <a:gd name="csY58" fmla="*/ 1568450 h 2495550"/>
              <a:gd name="csX59" fmla="*/ 2019300 w 2801504"/>
              <a:gd name="csY59" fmla="*/ 14668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254250 w 2801504"/>
              <a:gd name="csY55" fmla="*/ 1390650 h 2495550"/>
              <a:gd name="csX56" fmla="*/ 2241550 w 2801504"/>
              <a:gd name="csY56" fmla="*/ 1365250 h 2495550"/>
              <a:gd name="csX57" fmla="*/ 2101850 w 2801504"/>
              <a:gd name="csY57" fmla="*/ 1441450 h 2495550"/>
              <a:gd name="csX58" fmla="*/ 2025650 w 2801504"/>
              <a:gd name="csY58" fmla="*/ 1460500 h 2495550"/>
              <a:gd name="csX59" fmla="*/ 2019300 w 2801504"/>
              <a:gd name="csY59" fmla="*/ 14668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254250 w 2801504"/>
              <a:gd name="csY55" fmla="*/ 1390650 h 2495550"/>
              <a:gd name="csX56" fmla="*/ 2241550 w 2801504"/>
              <a:gd name="csY56" fmla="*/ 1365250 h 2495550"/>
              <a:gd name="csX57" fmla="*/ 2082800 w 2801504"/>
              <a:gd name="csY57" fmla="*/ 1358900 h 2495550"/>
              <a:gd name="csX58" fmla="*/ 2025650 w 2801504"/>
              <a:gd name="csY58" fmla="*/ 1460500 h 2495550"/>
              <a:gd name="csX59" fmla="*/ 2019300 w 2801504"/>
              <a:gd name="csY59" fmla="*/ 14668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254250 w 2801504"/>
              <a:gd name="csY55" fmla="*/ 1390650 h 2495550"/>
              <a:gd name="csX56" fmla="*/ 2222500 w 2801504"/>
              <a:gd name="csY56" fmla="*/ 1301750 h 2495550"/>
              <a:gd name="csX57" fmla="*/ 2082800 w 2801504"/>
              <a:gd name="csY57" fmla="*/ 1358900 h 2495550"/>
              <a:gd name="csX58" fmla="*/ 2025650 w 2801504"/>
              <a:gd name="csY58" fmla="*/ 1460500 h 2495550"/>
              <a:gd name="csX59" fmla="*/ 2019300 w 2801504"/>
              <a:gd name="csY59" fmla="*/ 14668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254250 w 2801504"/>
              <a:gd name="csY55" fmla="*/ 1390650 h 2495550"/>
              <a:gd name="csX56" fmla="*/ 2222500 w 2801504"/>
              <a:gd name="csY56" fmla="*/ 1301750 h 2495550"/>
              <a:gd name="csX57" fmla="*/ 2082800 w 2801504"/>
              <a:gd name="csY57" fmla="*/ 1358900 h 2495550"/>
              <a:gd name="csX58" fmla="*/ 2025650 w 2801504"/>
              <a:gd name="csY58" fmla="*/ 1460500 h 2495550"/>
              <a:gd name="csX59" fmla="*/ 2019300 w 2801504"/>
              <a:gd name="csY59" fmla="*/ 14922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368550 w 2801504"/>
              <a:gd name="csY54" fmla="*/ 1441450 h 2495550"/>
              <a:gd name="csX55" fmla="*/ 2305050 w 2801504"/>
              <a:gd name="csY55" fmla="*/ 1314450 h 2495550"/>
              <a:gd name="csX56" fmla="*/ 2222500 w 2801504"/>
              <a:gd name="csY56" fmla="*/ 1301750 h 2495550"/>
              <a:gd name="csX57" fmla="*/ 2082800 w 2801504"/>
              <a:gd name="csY57" fmla="*/ 1358900 h 2495550"/>
              <a:gd name="csX58" fmla="*/ 2025650 w 2801504"/>
              <a:gd name="csY58" fmla="*/ 1460500 h 2495550"/>
              <a:gd name="csX59" fmla="*/ 2019300 w 2801504"/>
              <a:gd name="csY59" fmla="*/ 14922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419350 w 2801504"/>
              <a:gd name="csY54" fmla="*/ 1358900 h 2495550"/>
              <a:gd name="csX55" fmla="*/ 2305050 w 2801504"/>
              <a:gd name="csY55" fmla="*/ 1314450 h 2495550"/>
              <a:gd name="csX56" fmla="*/ 2222500 w 2801504"/>
              <a:gd name="csY56" fmla="*/ 1301750 h 2495550"/>
              <a:gd name="csX57" fmla="*/ 2082800 w 2801504"/>
              <a:gd name="csY57" fmla="*/ 1358900 h 2495550"/>
              <a:gd name="csX58" fmla="*/ 2025650 w 2801504"/>
              <a:gd name="csY58" fmla="*/ 1460500 h 2495550"/>
              <a:gd name="csX59" fmla="*/ 2019300 w 2801504"/>
              <a:gd name="csY59" fmla="*/ 1492250 h 2495550"/>
              <a:gd name="csX60" fmla="*/ 2012950 w 2801504"/>
              <a:gd name="csY60" fmla="*/ 1885950 h 2495550"/>
              <a:gd name="csX61" fmla="*/ 2216150 w 2801504"/>
              <a:gd name="csY61" fmla="*/ 18732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495550"/>
              <a:gd name="csX1" fmla="*/ 38100 w 2801504"/>
              <a:gd name="csY1" fmla="*/ 38100 h 2495550"/>
              <a:gd name="csX2" fmla="*/ 19050 w 2801504"/>
              <a:gd name="csY2" fmla="*/ 101600 h 2495550"/>
              <a:gd name="csX3" fmla="*/ 6350 w 2801504"/>
              <a:gd name="csY3" fmla="*/ 260350 h 2495550"/>
              <a:gd name="csX4" fmla="*/ 0 w 2801504"/>
              <a:gd name="csY4" fmla="*/ 419100 h 2495550"/>
              <a:gd name="csX5" fmla="*/ 19050 w 2801504"/>
              <a:gd name="csY5" fmla="*/ 488950 h 2495550"/>
              <a:gd name="csX6" fmla="*/ 19050 w 2801504"/>
              <a:gd name="csY6" fmla="*/ 514350 h 2495550"/>
              <a:gd name="csX7" fmla="*/ 44450 w 2801504"/>
              <a:gd name="csY7" fmla="*/ 717550 h 2495550"/>
              <a:gd name="csX8" fmla="*/ 120650 w 2801504"/>
              <a:gd name="csY8" fmla="*/ 996950 h 2495550"/>
              <a:gd name="csX9" fmla="*/ 209550 w 2801504"/>
              <a:gd name="csY9" fmla="*/ 1149350 h 2495550"/>
              <a:gd name="csX10" fmla="*/ 704850 w 2801504"/>
              <a:gd name="csY10" fmla="*/ 1619250 h 2495550"/>
              <a:gd name="csX11" fmla="*/ 704850 w 2801504"/>
              <a:gd name="csY11" fmla="*/ 1619250 h 2495550"/>
              <a:gd name="csX12" fmla="*/ 742950 w 2801504"/>
              <a:gd name="csY12" fmla="*/ 1644650 h 2495550"/>
              <a:gd name="csX13" fmla="*/ 857250 w 2801504"/>
              <a:gd name="csY13" fmla="*/ 1822450 h 2495550"/>
              <a:gd name="csX14" fmla="*/ 933450 w 2801504"/>
              <a:gd name="csY14" fmla="*/ 1911350 h 2495550"/>
              <a:gd name="csX15" fmla="*/ 958850 w 2801504"/>
              <a:gd name="csY15" fmla="*/ 1911350 h 2495550"/>
              <a:gd name="csX16" fmla="*/ 971550 w 2801504"/>
              <a:gd name="csY16" fmla="*/ 2038350 h 2495550"/>
              <a:gd name="csX17" fmla="*/ 895350 w 2801504"/>
              <a:gd name="csY17" fmla="*/ 2241550 h 2495550"/>
              <a:gd name="csX18" fmla="*/ 806450 w 2801504"/>
              <a:gd name="csY18" fmla="*/ 2266950 h 2495550"/>
              <a:gd name="csX19" fmla="*/ 552450 w 2801504"/>
              <a:gd name="csY19" fmla="*/ 2178050 h 2495550"/>
              <a:gd name="csX20" fmla="*/ 374650 w 2801504"/>
              <a:gd name="csY20" fmla="*/ 2000250 h 2495550"/>
              <a:gd name="csX21" fmla="*/ 742950 w 2801504"/>
              <a:gd name="csY21" fmla="*/ 1670050 h 2495550"/>
              <a:gd name="csX22" fmla="*/ 730250 w 2801504"/>
              <a:gd name="csY22" fmla="*/ 1593850 h 2495550"/>
              <a:gd name="csX23" fmla="*/ 1085850 w 2801504"/>
              <a:gd name="csY23" fmla="*/ 984250 h 2495550"/>
              <a:gd name="csX24" fmla="*/ 1174750 w 2801504"/>
              <a:gd name="csY24" fmla="*/ 958850 h 2495550"/>
              <a:gd name="csX25" fmla="*/ 1276350 w 2801504"/>
              <a:gd name="csY25" fmla="*/ 908050 h 2495550"/>
              <a:gd name="csX26" fmla="*/ 1390650 w 2801504"/>
              <a:gd name="csY26" fmla="*/ 844550 h 2495550"/>
              <a:gd name="csX27" fmla="*/ 1504950 w 2801504"/>
              <a:gd name="csY27" fmla="*/ 755650 h 2495550"/>
              <a:gd name="csX28" fmla="*/ 1504950 w 2801504"/>
              <a:gd name="csY28" fmla="*/ 488950 h 2495550"/>
              <a:gd name="csX29" fmla="*/ 1428750 w 2801504"/>
              <a:gd name="csY29" fmla="*/ 425450 h 2495550"/>
              <a:gd name="csX30" fmla="*/ 1327150 w 2801504"/>
              <a:gd name="csY30" fmla="*/ 400050 h 2495550"/>
              <a:gd name="csX31" fmla="*/ 1149350 w 2801504"/>
              <a:gd name="csY31" fmla="*/ 450850 h 2495550"/>
              <a:gd name="csX32" fmla="*/ 1085850 w 2801504"/>
              <a:gd name="csY32" fmla="*/ 488950 h 2495550"/>
              <a:gd name="csX33" fmla="*/ 1098550 w 2801504"/>
              <a:gd name="csY33" fmla="*/ 806450 h 2495550"/>
              <a:gd name="csX34" fmla="*/ 1225550 w 2801504"/>
              <a:gd name="csY34" fmla="*/ 971550 h 2495550"/>
              <a:gd name="csX35" fmla="*/ 1377950 w 2801504"/>
              <a:gd name="csY35" fmla="*/ 1098550 h 2495550"/>
              <a:gd name="csX36" fmla="*/ 1416050 w 2801504"/>
              <a:gd name="csY36" fmla="*/ 1123950 h 2495550"/>
              <a:gd name="csX37" fmla="*/ 1479550 w 2801504"/>
              <a:gd name="csY37" fmla="*/ 1200150 h 2495550"/>
              <a:gd name="csX38" fmla="*/ 1568450 w 2801504"/>
              <a:gd name="csY38" fmla="*/ 1289050 h 2495550"/>
              <a:gd name="csX39" fmla="*/ 1606550 w 2801504"/>
              <a:gd name="csY39" fmla="*/ 1352550 h 2495550"/>
              <a:gd name="csX40" fmla="*/ 1644650 w 2801504"/>
              <a:gd name="csY40" fmla="*/ 1403350 h 2495550"/>
              <a:gd name="csX41" fmla="*/ 1657350 w 2801504"/>
              <a:gd name="csY41" fmla="*/ 1441450 h 2495550"/>
              <a:gd name="csX42" fmla="*/ 1619250 w 2801504"/>
              <a:gd name="csY42" fmla="*/ 2114550 h 2495550"/>
              <a:gd name="csX43" fmla="*/ 1568450 w 2801504"/>
              <a:gd name="csY43" fmla="*/ 2292350 h 2495550"/>
              <a:gd name="csX44" fmla="*/ 1530350 w 2801504"/>
              <a:gd name="csY44" fmla="*/ 2330450 h 2495550"/>
              <a:gd name="csX45" fmla="*/ 1428750 w 2801504"/>
              <a:gd name="csY45" fmla="*/ 2292350 h 2495550"/>
              <a:gd name="csX46" fmla="*/ 1377950 w 2801504"/>
              <a:gd name="csY46" fmla="*/ 2254250 h 2495550"/>
              <a:gd name="csX47" fmla="*/ 1314450 w 2801504"/>
              <a:gd name="csY47" fmla="*/ 2216150 h 2495550"/>
              <a:gd name="csX48" fmla="*/ 1263650 w 2801504"/>
              <a:gd name="csY48" fmla="*/ 2101850 h 2495550"/>
              <a:gd name="csX49" fmla="*/ 1314450 w 2801504"/>
              <a:gd name="csY49" fmla="*/ 1974850 h 2495550"/>
              <a:gd name="csX50" fmla="*/ 1758950 w 2801504"/>
              <a:gd name="csY50" fmla="*/ 1809750 h 2495550"/>
              <a:gd name="csX51" fmla="*/ 1955800 w 2801504"/>
              <a:gd name="csY51" fmla="*/ 1701800 h 2495550"/>
              <a:gd name="csX52" fmla="*/ 2343150 w 2801504"/>
              <a:gd name="csY52" fmla="*/ 1606550 h 2495550"/>
              <a:gd name="csX53" fmla="*/ 2444750 w 2801504"/>
              <a:gd name="csY53" fmla="*/ 1504950 h 2495550"/>
              <a:gd name="csX54" fmla="*/ 2419350 w 2801504"/>
              <a:gd name="csY54" fmla="*/ 1358900 h 2495550"/>
              <a:gd name="csX55" fmla="*/ 2305050 w 2801504"/>
              <a:gd name="csY55" fmla="*/ 1314450 h 2495550"/>
              <a:gd name="csX56" fmla="*/ 2222500 w 2801504"/>
              <a:gd name="csY56" fmla="*/ 1301750 h 2495550"/>
              <a:gd name="csX57" fmla="*/ 2082800 w 2801504"/>
              <a:gd name="csY57" fmla="*/ 1358900 h 2495550"/>
              <a:gd name="csX58" fmla="*/ 2025650 w 2801504"/>
              <a:gd name="csY58" fmla="*/ 1460500 h 2495550"/>
              <a:gd name="csX59" fmla="*/ 2019300 w 2801504"/>
              <a:gd name="csY59" fmla="*/ 1492250 h 2495550"/>
              <a:gd name="csX60" fmla="*/ 2012950 w 2801504"/>
              <a:gd name="csY60" fmla="*/ 1885950 h 2495550"/>
              <a:gd name="csX61" fmla="*/ 1911350 w 2801504"/>
              <a:gd name="csY61" fmla="*/ 2216150 h 2495550"/>
              <a:gd name="csX62" fmla="*/ 2368550 w 2801504"/>
              <a:gd name="csY62" fmla="*/ 2038350 h 2495550"/>
              <a:gd name="csX63" fmla="*/ 2393950 w 2801504"/>
              <a:gd name="csY63" fmla="*/ 2127250 h 2495550"/>
              <a:gd name="csX64" fmla="*/ 2419350 w 2801504"/>
              <a:gd name="csY64" fmla="*/ 2190750 h 2495550"/>
              <a:gd name="csX65" fmla="*/ 2343150 w 2801504"/>
              <a:gd name="csY65" fmla="*/ 2482850 h 2495550"/>
              <a:gd name="csX66" fmla="*/ 2266950 w 2801504"/>
              <a:gd name="csY66" fmla="*/ 2495550 h 2495550"/>
              <a:gd name="csX67" fmla="*/ 2089150 w 2801504"/>
              <a:gd name="csY67" fmla="*/ 2457450 h 2495550"/>
              <a:gd name="csX68" fmla="*/ 2038350 w 2801504"/>
              <a:gd name="csY68" fmla="*/ 2419350 h 2495550"/>
              <a:gd name="csX69" fmla="*/ 1987550 w 2801504"/>
              <a:gd name="csY69" fmla="*/ 2393950 h 2495550"/>
              <a:gd name="csX70" fmla="*/ 2000250 w 2801504"/>
              <a:gd name="csY70" fmla="*/ 2305050 h 2495550"/>
              <a:gd name="csX71" fmla="*/ 2114550 w 2801504"/>
              <a:gd name="csY71" fmla="*/ 2203450 h 2495550"/>
              <a:gd name="csX72" fmla="*/ 2533650 w 2801504"/>
              <a:gd name="csY72" fmla="*/ 2101850 h 2495550"/>
              <a:gd name="csX73" fmla="*/ 2622550 w 2801504"/>
              <a:gd name="csY73" fmla="*/ 2063750 h 2495550"/>
              <a:gd name="csX74" fmla="*/ 2698750 w 2801504"/>
              <a:gd name="csY74" fmla="*/ 2051050 h 2495550"/>
              <a:gd name="csX75" fmla="*/ 2736850 w 2801504"/>
              <a:gd name="csY75" fmla="*/ 2025650 h 2495550"/>
              <a:gd name="csX76" fmla="*/ 2774950 w 2801504"/>
              <a:gd name="csY76" fmla="*/ 2012950 h 2495550"/>
              <a:gd name="csX77" fmla="*/ 2800350 w 2801504"/>
              <a:gd name="csY77" fmla="*/ 1924050 h 2495550"/>
              <a:gd name="csX0" fmla="*/ 101600 w 2801504"/>
              <a:gd name="csY0" fmla="*/ 0 h 2655704"/>
              <a:gd name="csX1" fmla="*/ 38100 w 2801504"/>
              <a:gd name="csY1" fmla="*/ 38100 h 2655704"/>
              <a:gd name="csX2" fmla="*/ 19050 w 2801504"/>
              <a:gd name="csY2" fmla="*/ 101600 h 2655704"/>
              <a:gd name="csX3" fmla="*/ 6350 w 2801504"/>
              <a:gd name="csY3" fmla="*/ 260350 h 2655704"/>
              <a:gd name="csX4" fmla="*/ 0 w 2801504"/>
              <a:gd name="csY4" fmla="*/ 419100 h 2655704"/>
              <a:gd name="csX5" fmla="*/ 19050 w 2801504"/>
              <a:gd name="csY5" fmla="*/ 488950 h 2655704"/>
              <a:gd name="csX6" fmla="*/ 19050 w 2801504"/>
              <a:gd name="csY6" fmla="*/ 514350 h 2655704"/>
              <a:gd name="csX7" fmla="*/ 44450 w 2801504"/>
              <a:gd name="csY7" fmla="*/ 717550 h 2655704"/>
              <a:gd name="csX8" fmla="*/ 120650 w 2801504"/>
              <a:gd name="csY8" fmla="*/ 996950 h 2655704"/>
              <a:gd name="csX9" fmla="*/ 209550 w 2801504"/>
              <a:gd name="csY9" fmla="*/ 1149350 h 2655704"/>
              <a:gd name="csX10" fmla="*/ 704850 w 2801504"/>
              <a:gd name="csY10" fmla="*/ 1619250 h 2655704"/>
              <a:gd name="csX11" fmla="*/ 704850 w 2801504"/>
              <a:gd name="csY11" fmla="*/ 1619250 h 2655704"/>
              <a:gd name="csX12" fmla="*/ 742950 w 2801504"/>
              <a:gd name="csY12" fmla="*/ 1644650 h 2655704"/>
              <a:gd name="csX13" fmla="*/ 857250 w 2801504"/>
              <a:gd name="csY13" fmla="*/ 1822450 h 2655704"/>
              <a:gd name="csX14" fmla="*/ 933450 w 2801504"/>
              <a:gd name="csY14" fmla="*/ 1911350 h 2655704"/>
              <a:gd name="csX15" fmla="*/ 958850 w 2801504"/>
              <a:gd name="csY15" fmla="*/ 1911350 h 2655704"/>
              <a:gd name="csX16" fmla="*/ 971550 w 2801504"/>
              <a:gd name="csY16" fmla="*/ 2038350 h 2655704"/>
              <a:gd name="csX17" fmla="*/ 895350 w 2801504"/>
              <a:gd name="csY17" fmla="*/ 2241550 h 2655704"/>
              <a:gd name="csX18" fmla="*/ 806450 w 2801504"/>
              <a:gd name="csY18" fmla="*/ 2266950 h 2655704"/>
              <a:gd name="csX19" fmla="*/ 552450 w 2801504"/>
              <a:gd name="csY19" fmla="*/ 2178050 h 2655704"/>
              <a:gd name="csX20" fmla="*/ 374650 w 2801504"/>
              <a:gd name="csY20" fmla="*/ 2000250 h 2655704"/>
              <a:gd name="csX21" fmla="*/ 742950 w 2801504"/>
              <a:gd name="csY21" fmla="*/ 1670050 h 2655704"/>
              <a:gd name="csX22" fmla="*/ 730250 w 2801504"/>
              <a:gd name="csY22" fmla="*/ 1593850 h 2655704"/>
              <a:gd name="csX23" fmla="*/ 1085850 w 2801504"/>
              <a:gd name="csY23" fmla="*/ 984250 h 2655704"/>
              <a:gd name="csX24" fmla="*/ 1174750 w 2801504"/>
              <a:gd name="csY24" fmla="*/ 958850 h 2655704"/>
              <a:gd name="csX25" fmla="*/ 1276350 w 2801504"/>
              <a:gd name="csY25" fmla="*/ 908050 h 2655704"/>
              <a:gd name="csX26" fmla="*/ 1390650 w 2801504"/>
              <a:gd name="csY26" fmla="*/ 844550 h 2655704"/>
              <a:gd name="csX27" fmla="*/ 1504950 w 2801504"/>
              <a:gd name="csY27" fmla="*/ 755650 h 2655704"/>
              <a:gd name="csX28" fmla="*/ 1504950 w 2801504"/>
              <a:gd name="csY28" fmla="*/ 488950 h 2655704"/>
              <a:gd name="csX29" fmla="*/ 1428750 w 2801504"/>
              <a:gd name="csY29" fmla="*/ 425450 h 2655704"/>
              <a:gd name="csX30" fmla="*/ 1327150 w 2801504"/>
              <a:gd name="csY30" fmla="*/ 400050 h 2655704"/>
              <a:gd name="csX31" fmla="*/ 1149350 w 2801504"/>
              <a:gd name="csY31" fmla="*/ 450850 h 2655704"/>
              <a:gd name="csX32" fmla="*/ 1085850 w 2801504"/>
              <a:gd name="csY32" fmla="*/ 488950 h 2655704"/>
              <a:gd name="csX33" fmla="*/ 1098550 w 2801504"/>
              <a:gd name="csY33" fmla="*/ 806450 h 2655704"/>
              <a:gd name="csX34" fmla="*/ 1225550 w 2801504"/>
              <a:gd name="csY34" fmla="*/ 971550 h 2655704"/>
              <a:gd name="csX35" fmla="*/ 1377950 w 2801504"/>
              <a:gd name="csY35" fmla="*/ 1098550 h 2655704"/>
              <a:gd name="csX36" fmla="*/ 1416050 w 2801504"/>
              <a:gd name="csY36" fmla="*/ 1123950 h 2655704"/>
              <a:gd name="csX37" fmla="*/ 1479550 w 2801504"/>
              <a:gd name="csY37" fmla="*/ 1200150 h 2655704"/>
              <a:gd name="csX38" fmla="*/ 1568450 w 2801504"/>
              <a:gd name="csY38" fmla="*/ 1289050 h 2655704"/>
              <a:gd name="csX39" fmla="*/ 1606550 w 2801504"/>
              <a:gd name="csY39" fmla="*/ 1352550 h 2655704"/>
              <a:gd name="csX40" fmla="*/ 1644650 w 2801504"/>
              <a:gd name="csY40" fmla="*/ 1403350 h 2655704"/>
              <a:gd name="csX41" fmla="*/ 1657350 w 2801504"/>
              <a:gd name="csY41" fmla="*/ 1441450 h 2655704"/>
              <a:gd name="csX42" fmla="*/ 1619250 w 2801504"/>
              <a:gd name="csY42" fmla="*/ 2114550 h 2655704"/>
              <a:gd name="csX43" fmla="*/ 1568450 w 2801504"/>
              <a:gd name="csY43" fmla="*/ 2292350 h 2655704"/>
              <a:gd name="csX44" fmla="*/ 1530350 w 2801504"/>
              <a:gd name="csY44" fmla="*/ 2330450 h 2655704"/>
              <a:gd name="csX45" fmla="*/ 1428750 w 2801504"/>
              <a:gd name="csY45" fmla="*/ 2292350 h 2655704"/>
              <a:gd name="csX46" fmla="*/ 1377950 w 2801504"/>
              <a:gd name="csY46" fmla="*/ 2254250 h 2655704"/>
              <a:gd name="csX47" fmla="*/ 1314450 w 2801504"/>
              <a:gd name="csY47" fmla="*/ 2216150 h 2655704"/>
              <a:gd name="csX48" fmla="*/ 1263650 w 2801504"/>
              <a:gd name="csY48" fmla="*/ 2101850 h 2655704"/>
              <a:gd name="csX49" fmla="*/ 1314450 w 2801504"/>
              <a:gd name="csY49" fmla="*/ 1974850 h 2655704"/>
              <a:gd name="csX50" fmla="*/ 1758950 w 2801504"/>
              <a:gd name="csY50" fmla="*/ 1809750 h 2655704"/>
              <a:gd name="csX51" fmla="*/ 1955800 w 2801504"/>
              <a:gd name="csY51" fmla="*/ 1701800 h 2655704"/>
              <a:gd name="csX52" fmla="*/ 2343150 w 2801504"/>
              <a:gd name="csY52" fmla="*/ 1606550 h 2655704"/>
              <a:gd name="csX53" fmla="*/ 2444750 w 2801504"/>
              <a:gd name="csY53" fmla="*/ 1504950 h 2655704"/>
              <a:gd name="csX54" fmla="*/ 2419350 w 2801504"/>
              <a:gd name="csY54" fmla="*/ 1358900 h 2655704"/>
              <a:gd name="csX55" fmla="*/ 2305050 w 2801504"/>
              <a:gd name="csY55" fmla="*/ 1314450 h 2655704"/>
              <a:gd name="csX56" fmla="*/ 2222500 w 2801504"/>
              <a:gd name="csY56" fmla="*/ 1301750 h 2655704"/>
              <a:gd name="csX57" fmla="*/ 2082800 w 2801504"/>
              <a:gd name="csY57" fmla="*/ 1358900 h 2655704"/>
              <a:gd name="csX58" fmla="*/ 2025650 w 2801504"/>
              <a:gd name="csY58" fmla="*/ 1460500 h 2655704"/>
              <a:gd name="csX59" fmla="*/ 2019300 w 2801504"/>
              <a:gd name="csY59" fmla="*/ 1492250 h 2655704"/>
              <a:gd name="csX60" fmla="*/ 2012950 w 2801504"/>
              <a:gd name="csY60" fmla="*/ 1885950 h 2655704"/>
              <a:gd name="csX61" fmla="*/ 1911350 w 2801504"/>
              <a:gd name="csY61" fmla="*/ 2216150 h 2655704"/>
              <a:gd name="csX62" fmla="*/ 2368550 w 2801504"/>
              <a:gd name="csY62" fmla="*/ 2038350 h 2655704"/>
              <a:gd name="csX63" fmla="*/ 2393950 w 2801504"/>
              <a:gd name="csY63" fmla="*/ 2127250 h 2655704"/>
              <a:gd name="csX64" fmla="*/ 2419350 w 2801504"/>
              <a:gd name="csY64" fmla="*/ 2190750 h 2655704"/>
              <a:gd name="csX65" fmla="*/ 2343150 w 2801504"/>
              <a:gd name="csY65" fmla="*/ 2482850 h 2655704"/>
              <a:gd name="csX66" fmla="*/ 2266950 w 2801504"/>
              <a:gd name="csY66" fmla="*/ 2495550 h 2655704"/>
              <a:gd name="csX67" fmla="*/ 2089150 w 2801504"/>
              <a:gd name="csY67" fmla="*/ 2457450 h 2655704"/>
              <a:gd name="csX68" fmla="*/ 2038350 w 2801504"/>
              <a:gd name="csY68" fmla="*/ 2419350 h 2655704"/>
              <a:gd name="csX69" fmla="*/ 1987550 w 2801504"/>
              <a:gd name="csY69" fmla="*/ 2393950 h 2655704"/>
              <a:gd name="csX70" fmla="*/ 1746250 w 2801504"/>
              <a:gd name="csY70" fmla="*/ 2654300 h 2655704"/>
              <a:gd name="csX71" fmla="*/ 2114550 w 2801504"/>
              <a:gd name="csY71" fmla="*/ 2203450 h 2655704"/>
              <a:gd name="csX72" fmla="*/ 2533650 w 2801504"/>
              <a:gd name="csY72" fmla="*/ 2101850 h 2655704"/>
              <a:gd name="csX73" fmla="*/ 2622550 w 2801504"/>
              <a:gd name="csY73" fmla="*/ 2063750 h 2655704"/>
              <a:gd name="csX74" fmla="*/ 2698750 w 2801504"/>
              <a:gd name="csY74" fmla="*/ 2051050 h 2655704"/>
              <a:gd name="csX75" fmla="*/ 2736850 w 2801504"/>
              <a:gd name="csY75" fmla="*/ 2025650 h 2655704"/>
              <a:gd name="csX76" fmla="*/ 2774950 w 2801504"/>
              <a:gd name="csY76" fmla="*/ 2012950 h 2655704"/>
              <a:gd name="csX77" fmla="*/ 2800350 w 2801504"/>
              <a:gd name="csY77" fmla="*/ 1924050 h 2655704"/>
              <a:gd name="csX0" fmla="*/ 101600 w 2801504"/>
              <a:gd name="csY0" fmla="*/ 0 h 2806856"/>
              <a:gd name="csX1" fmla="*/ 38100 w 2801504"/>
              <a:gd name="csY1" fmla="*/ 38100 h 2806856"/>
              <a:gd name="csX2" fmla="*/ 19050 w 2801504"/>
              <a:gd name="csY2" fmla="*/ 101600 h 2806856"/>
              <a:gd name="csX3" fmla="*/ 6350 w 2801504"/>
              <a:gd name="csY3" fmla="*/ 260350 h 2806856"/>
              <a:gd name="csX4" fmla="*/ 0 w 2801504"/>
              <a:gd name="csY4" fmla="*/ 419100 h 2806856"/>
              <a:gd name="csX5" fmla="*/ 19050 w 2801504"/>
              <a:gd name="csY5" fmla="*/ 488950 h 2806856"/>
              <a:gd name="csX6" fmla="*/ 19050 w 2801504"/>
              <a:gd name="csY6" fmla="*/ 514350 h 2806856"/>
              <a:gd name="csX7" fmla="*/ 44450 w 2801504"/>
              <a:gd name="csY7" fmla="*/ 717550 h 2806856"/>
              <a:gd name="csX8" fmla="*/ 120650 w 2801504"/>
              <a:gd name="csY8" fmla="*/ 996950 h 2806856"/>
              <a:gd name="csX9" fmla="*/ 209550 w 2801504"/>
              <a:gd name="csY9" fmla="*/ 1149350 h 2806856"/>
              <a:gd name="csX10" fmla="*/ 704850 w 2801504"/>
              <a:gd name="csY10" fmla="*/ 1619250 h 2806856"/>
              <a:gd name="csX11" fmla="*/ 704850 w 2801504"/>
              <a:gd name="csY11" fmla="*/ 1619250 h 2806856"/>
              <a:gd name="csX12" fmla="*/ 742950 w 2801504"/>
              <a:gd name="csY12" fmla="*/ 1644650 h 2806856"/>
              <a:gd name="csX13" fmla="*/ 857250 w 2801504"/>
              <a:gd name="csY13" fmla="*/ 1822450 h 2806856"/>
              <a:gd name="csX14" fmla="*/ 933450 w 2801504"/>
              <a:gd name="csY14" fmla="*/ 1911350 h 2806856"/>
              <a:gd name="csX15" fmla="*/ 958850 w 2801504"/>
              <a:gd name="csY15" fmla="*/ 1911350 h 2806856"/>
              <a:gd name="csX16" fmla="*/ 971550 w 2801504"/>
              <a:gd name="csY16" fmla="*/ 2038350 h 2806856"/>
              <a:gd name="csX17" fmla="*/ 895350 w 2801504"/>
              <a:gd name="csY17" fmla="*/ 2241550 h 2806856"/>
              <a:gd name="csX18" fmla="*/ 806450 w 2801504"/>
              <a:gd name="csY18" fmla="*/ 2266950 h 2806856"/>
              <a:gd name="csX19" fmla="*/ 552450 w 2801504"/>
              <a:gd name="csY19" fmla="*/ 2178050 h 2806856"/>
              <a:gd name="csX20" fmla="*/ 374650 w 2801504"/>
              <a:gd name="csY20" fmla="*/ 2000250 h 2806856"/>
              <a:gd name="csX21" fmla="*/ 742950 w 2801504"/>
              <a:gd name="csY21" fmla="*/ 1670050 h 2806856"/>
              <a:gd name="csX22" fmla="*/ 730250 w 2801504"/>
              <a:gd name="csY22" fmla="*/ 1593850 h 2806856"/>
              <a:gd name="csX23" fmla="*/ 1085850 w 2801504"/>
              <a:gd name="csY23" fmla="*/ 984250 h 2806856"/>
              <a:gd name="csX24" fmla="*/ 1174750 w 2801504"/>
              <a:gd name="csY24" fmla="*/ 958850 h 2806856"/>
              <a:gd name="csX25" fmla="*/ 1276350 w 2801504"/>
              <a:gd name="csY25" fmla="*/ 908050 h 2806856"/>
              <a:gd name="csX26" fmla="*/ 1390650 w 2801504"/>
              <a:gd name="csY26" fmla="*/ 844550 h 2806856"/>
              <a:gd name="csX27" fmla="*/ 1504950 w 2801504"/>
              <a:gd name="csY27" fmla="*/ 755650 h 2806856"/>
              <a:gd name="csX28" fmla="*/ 1504950 w 2801504"/>
              <a:gd name="csY28" fmla="*/ 488950 h 2806856"/>
              <a:gd name="csX29" fmla="*/ 1428750 w 2801504"/>
              <a:gd name="csY29" fmla="*/ 425450 h 2806856"/>
              <a:gd name="csX30" fmla="*/ 1327150 w 2801504"/>
              <a:gd name="csY30" fmla="*/ 400050 h 2806856"/>
              <a:gd name="csX31" fmla="*/ 1149350 w 2801504"/>
              <a:gd name="csY31" fmla="*/ 450850 h 2806856"/>
              <a:gd name="csX32" fmla="*/ 1085850 w 2801504"/>
              <a:gd name="csY32" fmla="*/ 488950 h 2806856"/>
              <a:gd name="csX33" fmla="*/ 1098550 w 2801504"/>
              <a:gd name="csY33" fmla="*/ 806450 h 2806856"/>
              <a:gd name="csX34" fmla="*/ 1225550 w 2801504"/>
              <a:gd name="csY34" fmla="*/ 971550 h 2806856"/>
              <a:gd name="csX35" fmla="*/ 1377950 w 2801504"/>
              <a:gd name="csY35" fmla="*/ 1098550 h 2806856"/>
              <a:gd name="csX36" fmla="*/ 1416050 w 2801504"/>
              <a:gd name="csY36" fmla="*/ 1123950 h 2806856"/>
              <a:gd name="csX37" fmla="*/ 1479550 w 2801504"/>
              <a:gd name="csY37" fmla="*/ 1200150 h 2806856"/>
              <a:gd name="csX38" fmla="*/ 1568450 w 2801504"/>
              <a:gd name="csY38" fmla="*/ 1289050 h 2806856"/>
              <a:gd name="csX39" fmla="*/ 1606550 w 2801504"/>
              <a:gd name="csY39" fmla="*/ 1352550 h 2806856"/>
              <a:gd name="csX40" fmla="*/ 1644650 w 2801504"/>
              <a:gd name="csY40" fmla="*/ 1403350 h 2806856"/>
              <a:gd name="csX41" fmla="*/ 1657350 w 2801504"/>
              <a:gd name="csY41" fmla="*/ 1441450 h 2806856"/>
              <a:gd name="csX42" fmla="*/ 1619250 w 2801504"/>
              <a:gd name="csY42" fmla="*/ 2114550 h 2806856"/>
              <a:gd name="csX43" fmla="*/ 1568450 w 2801504"/>
              <a:gd name="csY43" fmla="*/ 2292350 h 2806856"/>
              <a:gd name="csX44" fmla="*/ 1530350 w 2801504"/>
              <a:gd name="csY44" fmla="*/ 2330450 h 2806856"/>
              <a:gd name="csX45" fmla="*/ 1428750 w 2801504"/>
              <a:gd name="csY45" fmla="*/ 2292350 h 2806856"/>
              <a:gd name="csX46" fmla="*/ 1377950 w 2801504"/>
              <a:gd name="csY46" fmla="*/ 2254250 h 2806856"/>
              <a:gd name="csX47" fmla="*/ 1314450 w 2801504"/>
              <a:gd name="csY47" fmla="*/ 2216150 h 2806856"/>
              <a:gd name="csX48" fmla="*/ 1263650 w 2801504"/>
              <a:gd name="csY48" fmla="*/ 2101850 h 2806856"/>
              <a:gd name="csX49" fmla="*/ 1314450 w 2801504"/>
              <a:gd name="csY49" fmla="*/ 1974850 h 2806856"/>
              <a:gd name="csX50" fmla="*/ 1758950 w 2801504"/>
              <a:gd name="csY50" fmla="*/ 1809750 h 2806856"/>
              <a:gd name="csX51" fmla="*/ 1955800 w 2801504"/>
              <a:gd name="csY51" fmla="*/ 1701800 h 2806856"/>
              <a:gd name="csX52" fmla="*/ 2343150 w 2801504"/>
              <a:gd name="csY52" fmla="*/ 1606550 h 2806856"/>
              <a:gd name="csX53" fmla="*/ 2444750 w 2801504"/>
              <a:gd name="csY53" fmla="*/ 1504950 h 2806856"/>
              <a:gd name="csX54" fmla="*/ 2419350 w 2801504"/>
              <a:gd name="csY54" fmla="*/ 1358900 h 2806856"/>
              <a:gd name="csX55" fmla="*/ 2305050 w 2801504"/>
              <a:gd name="csY55" fmla="*/ 1314450 h 2806856"/>
              <a:gd name="csX56" fmla="*/ 2222500 w 2801504"/>
              <a:gd name="csY56" fmla="*/ 1301750 h 2806856"/>
              <a:gd name="csX57" fmla="*/ 2082800 w 2801504"/>
              <a:gd name="csY57" fmla="*/ 1358900 h 2806856"/>
              <a:gd name="csX58" fmla="*/ 2025650 w 2801504"/>
              <a:gd name="csY58" fmla="*/ 1460500 h 2806856"/>
              <a:gd name="csX59" fmla="*/ 2019300 w 2801504"/>
              <a:gd name="csY59" fmla="*/ 1492250 h 2806856"/>
              <a:gd name="csX60" fmla="*/ 2012950 w 2801504"/>
              <a:gd name="csY60" fmla="*/ 1885950 h 2806856"/>
              <a:gd name="csX61" fmla="*/ 1911350 w 2801504"/>
              <a:gd name="csY61" fmla="*/ 2216150 h 2806856"/>
              <a:gd name="csX62" fmla="*/ 2368550 w 2801504"/>
              <a:gd name="csY62" fmla="*/ 2038350 h 2806856"/>
              <a:gd name="csX63" fmla="*/ 2393950 w 2801504"/>
              <a:gd name="csY63" fmla="*/ 2127250 h 2806856"/>
              <a:gd name="csX64" fmla="*/ 2419350 w 2801504"/>
              <a:gd name="csY64" fmla="*/ 2190750 h 2806856"/>
              <a:gd name="csX65" fmla="*/ 2343150 w 2801504"/>
              <a:gd name="csY65" fmla="*/ 2482850 h 2806856"/>
              <a:gd name="csX66" fmla="*/ 2266950 w 2801504"/>
              <a:gd name="csY66" fmla="*/ 2495550 h 2806856"/>
              <a:gd name="csX67" fmla="*/ 2089150 w 2801504"/>
              <a:gd name="csY67" fmla="*/ 2457450 h 2806856"/>
              <a:gd name="csX68" fmla="*/ 2038350 w 2801504"/>
              <a:gd name="csY68" fmla="*/ 2419350 h 2806856"/>
              <a:gd name="csX69" fmla="*/ 1968500 w 2801504"/>
              <a:gd name="csY69" fmla="*/ 2806700 h 2806856"/>
              <a:gd name="csX70" fmla="*/ 1746250 w 2801504"/>
              <a:gd name="csY70" fmla="*/ 2654300 h 2806856"/>
              <a:gd name="csX71" fmla="*/ 2114550 w 2801504"/>
              <a:gd name="csY71" fmla="*/ 2203450 h 2806856"/>
              <a:gd name="csX72" fmla="*/ 2533650 w 2801504"/>
              <a:gd name="csY72" fmla="*/ 2101850 h 2806856"/>
              <a:gd name="csX73" fmla="*/ 2622550 w 2801504"/>
              <a:gd name="csY73" fmla="*/ 2063750 h 2806856"/>
              <a:gd name="csX74" fmla="*/ 2698750 w 2801504"/>
              <a:gd name="csY74" fmla="*/ 2051050 h 2806856"/>
              <a:gd name="csX75" fmla="*/ 2736850 w 2801504"/>
              <a:gd name="csY75" fmla="*/ 2025650 h 2806856"/>
              <a:gd name="csX76" fmla="*/ 2774950 w 2801504"/>
              <a:gd name="csY76" fmla="*/ 2012950 h 2806856"/>
              <a:gd name="csX77" fmla="*/ 2800350 w 2801504"/>
              <a:gd name="csY77" fmla="*/ 1924050 h 2806856"/>
              <a:gd name="csX0" fmla="*/ 101600 w 2801504"/>
              <a:gd name="csY0" fmla="*/ 0 h 2839155"/>
              <a:gd name="csX1" fmla="*/ 38100 w 2801504"/>
              <a:gd name="csY1" fmla="*/ 38100 h 2839155"/>
              <a:gd name="csX2" fmla="*/ 19050 w 2801504"/>
              <a:gd name="csY2" fmla="*/ 101600 h 2839155"/>
              <a:gd name="csX3" fmla="*/ 6350 w 2801504"/>
              <a:gd name="csY3" fmla="*/ 260350 h 2839155"/>
              <a:gd name="csX4" fmla="*/ 0 w 2801504"/>
              <a:gd name="csY4" fmla="*/ 419100 h 2839155"/>
              <a:gd name="csX5" fmla="*/ 19050 w 2801504"/>
              <a:gd name="csY5" fmla="*/ 488950 h 2839155"/>
              <a:gd name="csX6" fmla="*/ 19050 w 2801504"/>
              <a:gd name="csY6" fmla="*/ 514350 h 2839155"/>
              <a:gd name="csX7" fmla="*/ 44450 w 2801504"/>
              <a:gd name="csY7" fmla="*/ 717550 h 2839155"/>
              <a:gd name="csX8" fmla="*/ 120650 w 2801504"/>
              <a:gd name="csY8" fmla="*/ 996950 h 2839155"/>
              <a:gd name="csX9" fmla="*/ 209550 w 2801504"/>
              <a:gd name="csY9" fmla="*/ 1149350 h 2839155"/>
              <a:gd name="csX10" fmla="*/ 704850 w 2801504"/>
              <a:gd name="csY10" fmla="*/ 1619250 h 2839155"/>
              <a:gd name="csX11" fmla="*/ 704850 w 2801504"/>
              <a:gd name="csY11" fmla="*/ 1619250 h 2839155"/>
              <a:gd name="csX12" fmla="*/ 742950 w 2801504"/>
              <a:gd name="csY12" fmla="*/ 1644650 h 2839155"/>
              <a:gd name="csX13" fmla="*/ 857250 w 2801504"/>
              <a:gd name="csY13" fmla="*/ 1822450 h 2839155"/>
              <a:gd name="csX14" fmla="*/ 933450 w 2801504"/>
              <a:gd name="csY14" fmla="*/ 1911350 h 2839155"/>
              <a:gd name="csX15" fmla="*/ 958850 w 2801504"/>
              <a:gd name="csY15" fmla="*/ 1911350 h 2839155"/>
              <a:gd name="csX16" fmla="*/ 971550 w 2801504"/>
              <a:gd name="csY16" fmla="*/ 2038350 h 2839155"/>
              <a:gd name="csX17" fmla="*/ 895350 w 2801504"/>
              <a:gd name="csY17" fmla="*/ 2241550 h 2839155"/>
              <a:gd name="csX18" fmla="*/ 806450 w 2801504"/>
              <a:gd name="csY18" fmla="*/ 2266950 h 2839155"/>
              <a:gd name="csX19" fmla="*/ 552450 w 2801504"/>
              <a:gd name="csY19" fmla="*/ 2178050 h 2839155"/>
              <a:gd name="csX20" fmla="*/ 374650 w 2801504"/>
              <a:gd name="csY20" fmla="*/ 2000250 h 2839155"/>
              <a:gd name="csX21" fmla="*/ 742950 w 2801504"/>
              <a:gd name="csY21" fmla="*/ 1670050 h 2839155"/>
              <a:gd name="csX22" fmla="*/ 730250 w 2801504"/>
              <a:gd name="csY22" fmla="*/ 1593850 h 2839155"/>
              <a:gd name="csX23" fmla="*/ 1085850 w 2801504"/>
              <a:gd name="csY23" fmla="*/ 984250 h 2839155"/>
              <a:gd name="csX24" fmla="*/ 1174750 w 2801504"/>
              <a:gd name="csY24" fmla="*/ 958850 h 2839155"/>
              <a:gd name="csX25" fmla="*/ 1276350 w 2801504"/>
              <a:gd name="csY25" fmla="*/ 908050 h 2839155"/>
              <a:gd name="csX26" fmla="*/ 1390650 w 2801504"/>
              <a:gd name="csY26" fmla="*/ 844550 h 2839155"/>
              <a:gd name="csX27" fmla="*/ 1504950 w 2801504"/>
              <a:gd name="csY27" fmla="*/ 755650 h 2839155"/>
              <a:gd name="csX28" fmla="*/ 1504950 w 2801504"/>
              <a:gd name="csY28" fmla="*/ 488950 h 2839155"/>
              <a:gd name="csX29" fmla="*/ 1428750 w 2801504"/>
              <a:gd name="csY29" fmla="*/ 425450 h 2839155"/>
              <a:gd name="csX30" fmla="*/ 1327150 w 2801504"/>
              <a:gd name="csY30" fmla="*/ 400050 h 2839155"/>
              <a:gd name="csX31" fmla="*/ 1149350 w 2801504"/>
              <a:gd name="csY31" fmla="*/ 450850 h 2839155"/>
              <a:gd name="csX32" fmla="*/ 1085850 w 2801504"/>
              <a:gd name="csY32" fmla="*/ 488950 h 2839155"/>
              <a:gd name="csX33" fmla="*/ 1098550 w 2801504"/>
              <a:gd name="csY33" fmla="*/ 806450 h 2839155"/>
              <a:gd name="csX34" fmla="*/ 1225550 w 2801504"/>
              <a:gd name="csY34" fmla="*/ 971550 h 2839155"/>
              <a:gd name="csX35" fmla="*/ 1377950 w 2801504"/>
              <a:gd name="csY35" fmla="*/ 1098550 h 2839155"/>
              <a:gd name="csX36" fmla="*/ 1416050 w 2801504"/>
              <a:gd name="csY36" fmla="*/ 1123950 h 2839155"/>
              <a:gd name="csX37" fmla="*/ 1479550 w 2801504"/>
              <a:gd name="csY37" fmla="*/ 1200150 h 2839155"/>
              <a:gd name="csX38" fmla="*/ 1568450 w 2801504"/>
              <a:gd name="csY38" fmla="*/ 1289050 h 2839155"/>
              <a:gd name="csX39" fmla="*/ 1606550 w 2801504"/>
              <a:gd name="csY39" fmla="*/ 1352550 h 2839155"/>
              <a:gd name="csX40" fmla="*/ 1644650 w 2801504"/>
              <a:gd name="csY40" fmla="*/ 1403350 h 2839155"/>
              <a:gd name="csX41" fmla="*/ 1657350 w 2801504"/>
              <a:gd name="csY41" fmla="*/ 1441450 h 2839155"/>
              <a:gd name="csX42" fmla="*/ 1619250 w 2801504"/>
              <a:gd name="csY42" fmla="*/ 2114550 h 2839155"/>
              <a:gd name="csX43" fmla="*/ 1568450 w 2801504"/>
              <a:gd name="csY43" fmla="*/ 2292350 h 2839155"/>
              <a:gd name="csX44" fmla="*/ 1530350 w 2801504"/>
              <a:gd name="csY44" fmla="*/ 2330450 h 2839155"/>
              <a:gd name="csX45" fmla="*/ 1428750 w 2801504"/>
              <a:gd name="csY45" fmla="*/ 2292350 h 2839155"/>
              <a:gd name="csX46" fmla="*/ 1377950 w 2801504"/>
              <a:gd name="csY46" fmla="*/ 2254250 h 2839155"/>
              <a:gd name="csX47" fmla="*/ 1314450 w 2801504"/>
              <a:gd name="csY47" fmla="*/ 2216150 h 2839155"/>
              <a:gd name="csX48" fmla="*/ 1263650 w 2801504"/>
              <a:gd name="csY48" fmla="*/ 2101850 h 2839155"/>
              <a:gd name="csX49" fmla="*/ 1314450 w 2801504"/>
              <a:gd name="csY49" fmla="*/ 1974850 h 2839155"/>
              <a:gd name="csX50" fmla="*/ 1758950 w 2801504"/>
              <a:gd name="csY50" fmla="*/ 1809750 h 2839155"/>
              <a:gd name="csX51" fmla="*/ 1955800 w 2801504"/>
              <a:gd name="csY51" fmla="*/ 1701800 h 2839155"/>
              <a:gd name="csX52" fmla="*/ 2343150 w 2801504"/>
              <a:gd name="csY52" fmla="*/ 1606550 h 2839155"/>
              <a:gd name="csX53" fmla="*/ 2444750 w 2801504"/>
              <a:gd name="csY53" fmla="*/ 1504950 h 2839155"/>
              <a:gd name="csX54" fmla="*/ 2419350 w 2801504"/>
              <a:gd name="csY54" fmla="*/ 1358900 h 2839155"/>
              <a:gd name="csX55" fmla="*/ 2305050 w 2801504"/>
              <a:gd name="csY55" fmla="*/ 1314450 h 2839155"/>
              <a:gd name="csX56" fmla="*/ 2222500 w 2801504"/>
              <a:gd name="csY56" fmla="*/ 1301750 h 2839155"/>
              <a:gd name="csX57" fmla="*/ 2082800 w 2801504"/>
              <a:gd name="csY57" fmla="*/ 1358900 h 2839155"/>
              <a:gd name="csX58" fmla="*/ 2025650 w 2801504"/>
              <a:gd name="csY58" fmla="*/ 1460500 h 2839155"/>
              <a:gd name="csX59" fmla="*/ 2019300 w 2801504"/>
              <a:gd name="csY59" fmla="*/ 1492250 h 2839155"/>
              <a:gd name="csX60" fmla="*/ 2012950 w 2801504"/>
              <a:gd name="csY60" fmla="*/ 1885950 h 2839155"/>
              <a:gd name="csX61" fmla="*/ 1911350 w 2801504"/>
              <a:gd name="csY61" fmla="*/ 2216150 h 2839155"/>
              <a:gd name="csX62" fmla="*/ 2368550 w 2801504"/>
              <a:gd name="csY62" fmla="*/ 2038350 h 2839155"/>
              <a:gd name="csX63" fmla="*/ 2393950 w 2801504"/>
              <a:gd name="csY63" fmla="*/ 2127250 h 2839155"/>
              <a:gd name="csX64" fmla="*/ 2419350 w 2801504"/>
              <a:gd name="csY64" fmla="*/ 2190750 h 2839155"/>
              <a:gd name="csX65" fmla="*/ 2343150 w 2801504"/>
              <a:gd name="csY65" fmla="*/ 2482850 h 2839155"/>
              <a:gd name="csX66" fmla="*/ 2266950 w 2801504"/>
              <a:gd name="csY66" fmla="*/ 2495550 h 2839155"/>
              <a:gd name="csX67" fmla="*/ 2089150 w 2801504"/>
              <a:gd name="csY67" fmla="*/ 2457450 h 2839155"/>
              <a:gd name="csX68" fmla="*/ 2127250 w 2801504"/>
              <a:gd name="csY68" fmla="*/ 2813050 h 2839155"/>
              <a:gd name="csX69" fmla="*/ 1968500 w 2801504"/>
              <a:gd name="csY69" fmla="*/ 2806700 h 2839155"/>
              <a:gd name="csX70" fmla="*/ 1746250 w 2801504"/>
              <a:gd name="csY70" fmla="*/ 2654300 h 2839155"/>
              <a:gd name="csX71" fmla="*/ 2114550 w 2801504"/>
              <a:gd name="csY71" fmla="*/ 2203450 h 2839155"/>
              <a:gd name="csX72" fmla="*/ 2533650 w 2801504"/>
              <a:gd name="csY72" fmla="*/ 2101850 h 2839155"/>
              <a:gd name="csX73" fmla="*/ 2622550 w 2801504"/>
              <a:gd name="csY73" fmla="*/ 2063750 h 2839155"/>
              <a:gd name="csX74" fmla="*/ 2698750 w 2801504"/>
              <a:gd name="csY74" fmla="*/ 2051050 h 2839155"/>
              <a:gd name="csX75" fmla="*/ 2736850 w 2801504"/>
              <a:gd name="csY75" fmla="*/ 2025650 h 2839155"/>
              <a:gd name="csX76" fmla="*/ 2774950 w 2801504"/>
              <a:gd name="csY76" fmla="*/ 2012950 h 2839155"/>
              <a:gd name="csX77" fmla="*/ 2800350 w 2801504"/>
              <a:gd name="csY77" fmla="*/ 1924050 h 2839155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04850 w 2801504"/>
              <a:gd name="csY11" fmla="*/ 1619250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2368550 w 2801504"/>
              <a:gd name="csY62" fmla="*/ 2038350 h 2816577"/>
              <a:gd name="csX63" fmla="*/ 2393950 w 2801504"/>
              <a:gd name="csY63" fmla="*/ 2127250 h 2816577"/>
              <a:gd name="csX64" fmla="*/ 2419350 w 2801504"/>
              <a:gd name="csY64" fmla="*/ 2190750 h 2816577"/>
              <a:gd name="csX65" fmla="*/ 2343150 w 2801504"/>
              <a:gd name="csY65" fmla="*/ 2482850 h 2816577"/>
              <a:gd name="csX66" fmla="*/ 2266950 w 2801504"/>
              <a:gd name="csY66" fmla="*/ 249555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04850 w 2801504"/>
              <a:gd name="csY11" fmla="*/ 1619250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2368550 w 2801504"/>
              <a:gd name="csY62" fmla="*/ 2038350 h 2816577"/>
              <a:gd name="csX63" fmla="*/ 2393950 w 2801504"/>
              <a:gd name="csY63" fmla="*/ 2127250 h 2816577"/>
              <a:gd name="csX64" fmla="*/ 2419350 w 2801504"/>
              <a:gd name="csY64" fmla="*/ 21907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04850 w 2801504"/>
              <a:gd name="csY11" fmla="*/ 1619250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2368550 w 2801504"/>
              <a:gd name="csY62" fmla="*/ 2038350 h 2816577"/>
              <a:gd name="csX63" fmla="*/ 2393950 w 2801504"/>
              <a:gd name="csY63" fmla="*/ 212725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04850 w 2801504"/>
              <a:gd name="csY11" fmla="*/ 1619250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2368550 w 2801504"/>
              <a:gd name="csY62" fmla="*/ 203835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04850 w 2801504"/>
              <a:gd name="csY11" fmla="*/ 1619250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04850 w 2801504"/>
              <a:gd name="csY11" fmla="*/ 1619250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28663 w 2801504"/>
              <a:gd name="csY11" fmla="*/ 1619250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7238 w 2801504"/>
              <a:gd name="csY11" fmla="*/ 1614488 h 2816577"/>
              <a:gd name="csX12" fmla="*/ 742950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7238 w 2801504"/>
              <a:gd name="csY11" fmla="*/ 1614488 h 2816577"/>
              <a:gd name="csX12" fmla="*/ 714375 w 2801504"/>
              <a:gd name="csY12" fmla="*/ 16446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7238 w 2801504"/>
              <a:gd name="csY11" fmla="*/ 1614488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71526 w 2801504"/>
              <a:gd name="csY11" fmla="*/ 1614488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085850 w 2801504"/>
              <a:gd name="csY23" fmla="*/ 984250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11350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8850 w 2801504"/>
              <a:gd name="csY15" fmla="*/ 1925638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742950 w 2801504"/>
              <a:gd name="csY21" fmla="*/ 1670050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374650 w 2801504"/>
              <a:gd name="csY20" fmla="*/ 2000250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52450 w 2801504"/>
              <a:gd name="csY19" fmla="*/ 2178050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6450 w 2801504"/>
              <a:gd name="csY18" fmla="*/ 2266950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1688 w 2801504"/>
              <a:gd name="csY18" fmla="*/ 2319337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1688 w 2801504"/>
              <a:gd name="csY18" fmla="*/ 2319337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19250 w 2801504"/>
              <a:gd name="csY42" fmla="*/ 2114550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1688 w 2801504"/>
              <a:gd name="csY18" fmla="*/ 2319337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52587 w 2801504"/>
              <a:gd name="csY42" fmla="*/ 2143125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911350 w 2801504"/>
              <a:gd name="csY61" fmla="*/ 2216150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1688 w 2801504"/>
              <a:gd name="csY18" fmla="*/ 2319337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52587 w 2801504"/>
              <a:gd name="csY42" fmla="*/ 2143125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892300 w 2801504"/>
              <a:gd name="csY61" fmla="*/ 2192337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286000 w 2801504"/>
              <a:gd name="csY64" fmla="*/ 2508250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1688 w 2801504"/>
              <a:gd name="csY18" fmla="*/ 2319337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52587 w 2801504"/>
              <a:gd name="csY42" fmla="*/ 2143125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892300 w 2801504"/>
              <a:gd name="csY61" fmla="*/ 2192337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305050 w 2801504"/>
              <a:gd name="csY64" fmla="*/ 2455862 h 2816577"/>
              <a:gd name="csX65" fmla="*/ 2343150 w 2801504"/>
              <a:gd name="csY65" fmla="*/ 2482850 h 2816577"/>
              <a:gd name="csX66" fmla="*/ 2514600 w 2801504"/>
              <a:gd name="csY66" fmla="*/ 2641600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1688 w 2801504"/>
              <a:gd name="csY18" fmla="*/ 2319337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52587 w 2801504"/>
              <a:gd name="csY42" fmla="*/ 2143125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892300 w 2801504"/>
              <a:gd name="csY61" fmla="*/ 2192337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305050 w 2801504"/>
              <a:gd name="csY64" fmla="*/ 2455862 h 2816577"/>
              <a:gd name="csX65" fmla="*/ 2343150 w 2801504"/>
              <a:gd name="csY65" fmla="*/ 2482850 h 2816577"/>
              <a:gd name="csX66" fmla="*/ 2552700 w 2801504"/>
              <a:gd name="csY66" fmla="*/ 2689225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577"/>
              <a:gd name="csX1" fmla="*/ 38100 w 2801504"/>
              <a:gd name="csY1" fmla="*/ 38100 h 2816577"/>
              <a:gd name="csX2" fmla="*/ 19050 w 2801504"/>
              <a:gd name="csY2" fmla="*/ 101600 h 2816577"/>
              <a:gd name="csX3" fmla="*/ 6350 w 2801504"/>
              <a:gd name="csY3" fmla="*/ 260350 h 2816577"/>
              <a:gd name="csX4" fmla="*/ 0 w 2801504"/>
              <a:gd name="csY4" fmla="*/ 419100 h 2816577"/>
              <a:gd name="csX5" fmla="*/ 19050 w 2801504"/>
              <a:gd name="csY5" fmla="*/ 488950 h 2816577"/>
              <a:gd name="csX6" fmla="*/ 19050 w 2801504"/>
              <a:gd name="csY6" fmla="*/ 514350 h 2816577"/>
              <a:gd name="csX7" fmla="*/ 44450 w 2801504"/>
              <a:gd name="csY7" fmla="*/ 717550 h 2816577"/>
              <a:gd name="csX8" fmla="*/ 120650 w 2801504"/>
              <a:gd name="csY8" fmla="*/ 996950 h 2816577"/>
              <a:gd name="csX9" fmla="*/ 209550 w 2801504"/>
              <a:gd name="csY9" fmla="*/ 1149350 h 2816577"/>
              <a:gd name="csX10" fmla="*/ 704850 w 2801504"/>
              <a:gd name="csY10" fmla="*/ 1619250 h 2816577"/>
              <a:gd name="csX11" fmla="*/ 752476 w 2801504"/>
              <a:gd name="csY11" fmla="*/ 1643063 h 2816577"/>
              <a:gd name="csX12" fmla="*/ 771525 w 2801504"/>
              <a:gd name="csY12" fmla="*/ 1682750 h 2816577"/>
              <a:gd name="csX13" fmla="*/ 857250 w 2801504"/>
              <a:gd name="csY13" fmla="*/ 1822450 h 2816577"/>
              <a:gd name="csX14" fmla="*/ 933450 w 2801504"/>
              <a:gd name="csY14" fmla="*/ 1911350 h 2816577"/>
              <a:gd name="csX15" fmla="*/ 954087 w 2801504"/>
              <a:gd name="csY15" fmla="*/ 1939926 h 2816577"/>
              <a:gd name="csX16" fmla="*/ 971550 w 2801504"/>
              <a:gd name="csY16" fmla="*/ 2038350 h 2816577"/>
              <a:gd name="csX17" fmla="*/ 895350 w 2801504"/>
              <a:gd name="csY17" fmla="*/ 2241550 h 2816577"/>
              <a:gd name="csX18" fmla="*/ 801688 w 2801504"/>
              <a:gd name="csY18" fmla="*/ 2319337 h 2816577"/>
              <a:gd name="csX19" fmla="*/ 538163 w 2801504"/>
              <a:gd name="csY19" fmla="*/ 2249487 h 2816577"/>
              <a:gd name="csX20" fmla="*/ 465138 w 2801504"/>
              <a:gd name="csY20" fmla="*/ 1971675 h 2816577"/>
              <a:gd name="csX21" fmla="*/ 671512 w 2801504"/>
              <a:gd name="csY21" fmla="*/ 1736725 h 2816577"/>
              <a:gd name="csX22" fmla="*/ 730250 w 2801504"/>
              <a:gd name="csY22" fmla="*/ 1593850 h 2816577"/>
              <a:gd name="csX23" fmla="*/ 1104900 w 2801504"/>
              <a:gd name="csY23" fmla="*/ 1046162 h 2816577"/>
              <a:gd name="csX24" fmla="*/ 1174750 w 2801504"/>
              <a:gd name="csY24" fmla="*/ 958850 h 2816577"/>
              <a:gd name="csX25" fmla="*/ 1276350 w 2801504"/>
              <a:gd name="csY25" fmla="*/ 908050 h 2816577"/>
              <a:gd name="csX26" fmla="*/ 1390650 w 2801504"/>
              <a:gd name="csY26" fmla="*/ 844550 h 2816577"/>
              <a:gd name="csX27" fmla="*/ 1504950 w 2801504"/>
              <a:gd name="csY27" fmla="*/ 755650 h 2816577"/>
              <a:gd name="csX28" fmla="*/ 1504950 w 2801504"/>
              <a:gd name="csY28" fmla="*/ 488950 h 2816577"/>
              <a:gd name="csX29" fmla="*/ 1428750 w 2801504"/>
              <a:gd name="csY29" fmla="*/ 425450 h 2816577"/>
              <a:gd name="csX30" fmla="*/ 1327150 w 2801504"/>
              <a:gd name="csY30" fmla="*/ 400050 h 2816577"/>
              <a:gd name="csX31" fmla="*/ 1149350 w 2801504"/>
              <a:gd name="csY31" fmla="*/ 450850 h 2816577"/>
              <a:gd name="csX32" fmla="*/ 1085850 w 2801504"/>
              <a:gd name="csY32" fmla="*/ 488950 h 2816577"/>
              <a:gd name="csX33" fmla="*/ 1098550 w 2801504"/>
              <a:gd name="csY33" fmla="*/ 806450 h 2816577"/>
              <a:gd name="csX34" fmla="*/ 1225550 w 2801504"/>
              <a:gd name="csY34" fmla="*/ 971550 h 2816577"/>
              <a:gd name="csX35" fmla="*/ 1377950 w 2801504"/>
              <a:gd name="csY35" fmla="*/ 1098550 h 2816577"/>
              <a:gd name="csX36" fmla="*/ 1416050 w 2801504"/>
              <a:gd name="csY36" fmla="*/ 1123950 h 2816577"/>
              <a:gd name="csX37" fmla="*/ 1479550 w 2801504"/>
              <a:gd name="csY37" fmla="*/ 1200150 h 2816577"/>
              <a:gd name="csX38" fmla="*/ 1568450 w 2801504"/>
              <a:gd name="csY38" fmla="*/ 1289050 h 2816577"/>
              <a:gd name="csX39" fmla="*/ 1606550 w 2801504"/>
              <a:gd name="csY39" fmla="*/ 1352550 h 2816577"/>
              <a:gd name="csX40" fmla="*/ 1644650 w 2801504"/>
              <a:gd name="csY40" fmla="*/ 1403350 h 2816577"/>
              <a:gd name="csX41" fmla="*/ 1657350 w 2801504"/>
              <a:gd name="csY41" fmla="*/ 1441450 h 2816577"/>
              <a:gd name="csX42" fmla="*/ 1652587 w 2801504"/>
              <a:gd name="csY42" fmla="*/ 2143125 h 2816577"/>
              <a:gd name="csX43" fmla="*/ 1568450 w 2801504"/>
              <a:gd name="csY43" fmla="*/ 2292350 h 2816577"/>
              <a:gd name="csX44" fmla="*/ 1530350 w 2801504"/>
              <a:gd name="csY44" fmla="*/ 2330450 h 2816577"/>
              <a:gd name="csX45" fmla="*/ 1428750 w 2801504"/>
              <a:gd name="csY45" fmla="*/ 2292350 h 2816577"/>
              <a:gd name="csX46" fmla="*/ 1377950 w 2801504"/>
              <a:gd name="csY46" fmla="*/ 2254250 h 2816577"/>
              <a:gd name="csX47" fmla="*/ 1314450 w 2801504"/>
              <a:gd name="csY47" fmla="*/ 2216150 h 2816577"/>
              <a:gd name="csX48" fmla="*/ 1263650 w 2801504"/>
              <a:gd name="csY48" fmla="*/ 2101850 h 2816577"/>
              <a:gd name="csX49" fmla="*/ 1314450 w 2801504"/>
              <a:gd name="csY49" fmla="*/ 1974850 h 2816577"/>
              <a:gd name="csX50" fmla="*/ 1758950 w 2801504"/>
              <a:gd name="csY50" fmla="*/ 1809750 h 2816577"/>
              <a:gd name="csX51" fmla="*/ 1955800 w 2801504"/>
              <a:gd name="csY51" fmla="*/ 1701800 h 2816577"/>
              <a:gd name="csX52" fmla="*/ 2343150 w 2801504"/>
              <a:gd name="csY52" fmla="*/ 1606550 h 2816577"/>
              <a:gd name="csX53" fmla="*/ 2444750 w 2801504"/>
              <a:gd name="csY53" fmla="*/ 1504950 h 2816577"/>
              <a:gd name="csX54" fmla="*/ 2419350 w 2801504"/>
              <a:gd name="csY54" fmla="*/ 1358900 h 2816577"/>
              <a:gd name="csX55" fmla="*/ 2305050 w 2801504"/>
              <a:gd name="csY55" fmla="*/ 1314450 h 2816577"/>
              <a:gd name="csX56" fmla="*/ 2222500 w 2801504"/>
              <a:gd name="csY56" fmla="*/ 1301750 h 2816577"/>
              <a:gd name="csX57" fmla="*/ 2082800 w 2801504"/>
              <a:gd name="csY57" fmla="*/ 1358900 h 2816577"/>
              <a:gd name="csX58" fmla="*/ 2025650 w 2801504"/>
              <a:gd name="csY58" fmla="*/ 1460500 h 2816577"/>
              <a:gd name="csX59" fmla="*/ 2019300 w 2801504"/>
              <a:gd name="csY59" fmla="*/ 1492250 h 2816577"/>
              <a:gd name="csX60" fmla="*/ 2012950 w 2801504"/>
              <a:gd name="csY60" fmla="*/ 1885950 h 2816577"/>
              <a:gd name="csX61" fmla="*/ 1892300 w 2801504"/>
              <a:gd name="csY61" fmla="*/ 2192337 h 2816577"/>
              <a:gd name="csX62" fmla="*/ 1936750 w 2801504"/>
              <a:gd name="csY62" fmla="*/ 2260600 h 2816577"/>
              <a:gd name="csX63" fmla="*/ 2012950 w 2801504"/>
              <a:gd name="csY63" fmla="*/ 2298700 h 2816577"/>
              <a:gd name="csX64" fmla="*/ 2305050 w 2801504"/>
              <a:gd name="csY64" fmla="*/ 2455862 h 2816577"/>
              <a:gd name="csX65" fmla="*/ 2343150 w 2801504"/>
              <a:gd name="csY65" fmla="*/ 2482850 h 2816577"/>
              <a:gd name="csX66" fmla="*/ 2552700 w 2801504"/>
              <a:gd name="csY66" fmla="*/ 2689225 h 2816577"/>
              <a:gd name="csX67" fmla="*/ 2349500 w 2801504"/>
              <a:gd name="csY67" fmla="*/ 2762250 h 2816577"/>
              <a:gd name="csX68" fmla="*/ 2127250 w 2801504"/>
              <a:gd name="csY68" fmla="*/ 2813050 h 2816577"/>
              <a:gd name="csX69" fmla="*/ 1968500 w 2801504"/>
              <a:gd name="csY69" fmla="*/ 2806700 h 2816577"/>
              <a:gd name="csX70" fmla="*/ 1746250 w 2801504"/>
              <a:gd name="csY70" fmla="*/ 2654300 h 2816577"/>
              <a:gd name="csX71" fmla="*/ 2114550 w 2801504"/>
              <a:gd name="csY71" fmla="*/ 2203450 h 2816577"/>
              <a:gd name="csX72" fmla="*/ 2533650 w 2801504"/>
              <a:gd name="csY72" fmla="*/ 2101850 h 2816577"/>
              <a:gd name="csX73" fmla="*/ 2622550 w 2801504"/>
              <a:gd name="csY73" fmla="*/ 2063750 h 2816577"/>
              <a:gd name="csX74" fmla="*/ 2698750 w 2801504"/>
              <a:gd name="csY74" fmla="*/ 2051050 h 2816577"/>
              <a:gd name="csX75" fmla="*/ 2736850 w 2801504"/>
              <a:gd name="csY75" fmla="*/ 2025650 h 2816577"/>
              <a:gd name="csX76" fmla="*/ 2774950 w 2801504"/>
              <a:gd name="csY76" fmla="*/ 2012950 h 2816577"/>
              <a:gd name="csX77" fmla="*/ 2800350 w 2801504"/>
              <a:gd name="csY77" fmla="*/ 1924050 h 2816577"/>
              <a:gd name="csX0" fmla="*/ 101600 w 2801504"/>
              <a:gd name="csY0" fmla="*/ 0 h 2816828"/>
              <a:gd name="csX1" fmla="*/ 38100 w 2801504"/>
              <a:gd name="csY1" fmla="*/ 38100 h 2816828"/>
              <a:gd name="csX2" fmla="*/ 19050 w 2801504"/>
              <a:gd name="csY2" fmla="*/ 101600 h 2816828"/>
              <a:gd name="csX3" fmla="*/ 6350 w 2801504"/>
              <a:gd name="csY3" fmla="*/ 260350 h 2816828"/>
              <a:gd name="csX4" fmla="*/ 0 w 2801504"/>
              <a:gd name="csY4" fmla="*/ 419100 h 2816828"/>
              <a:gd name="csX5" fmla="*/ 19050 w 2801504"/>
              <a:gd name="csY5" fmla="*/ 488950 h 2816828"/>
              <a:gd name="csX6" fmla="*/ 19050 w 2801504"/>
              <a:gd name="csY6" fmla="*/ 514350 h 2816828"/>
              <a:gd name="csX7" fmla="*/ 44450 w 2801504"/>
              <a:gd name="csY7" fmla="*/ 717550 h 2816828"/>
              <a:gd name="csX8" fmla="*/ 120650 w 2801504"/>
              <a:gd name="csY8" fmla="*/ 996950 h 2816828"/>
              <a:gd name="csX9" fmla="*/ 209550 w 2801504"/>
              <a:gd name="csY9" fmla="*/ 1149350 h 2816828"/>
              <a:gd name="csX10" fmla="*/ 704850 w 2801504"/>
              <a:gd name="csY10" fmla="*/ 1619250 h 2816828"/>
              <a:gd name="csX11" fmla="*/ 752476 w 2801504"/>
              <a:gd name="csY11" fmla="*/ 1643063 h 2816828"/>
              <a:gd name="csX12" fmla="*/ 771525 w 2801504"/>
              <a:gd name="csY12" fmla="*/ 1682750 h 2816828"/>
              <a:gd name="csX13" fmla="*/ 857250 w 2801504"/>
              <a:gd name="csY13" fmla="*/ 1822450 h 2816828"/>
              <a:gd name="csX14" fmla="*/ 933450 w 2801504"/>
              <a:gd name="csY14" fmla="*/ 1911350 h 2816828"/>
              <a:gd name="csX15" fmla="*/ 954087 w 2801504"/>
              <a:gd name="csY15" fmla="*/ 1939926 h 2816828"/>
              <a:gd name="csX16" fmla="*/ 971550 w 2801504"/>
              <a:gd name="csY16" fmla="*/ 2038350 h 2816828"/>
              <a:gd name="csX17" fmla="*/ 895350 w 2801504"/>
              <a:gd name="csY17" fmla="*/ 2241550 h 2816828"/>
              <a:gd name="csX18" fmla="*/ 801688 w 2801504"/>
              <a:gd name="csY18" fmla="*/ 2319337 h 2816828"/>
              <a:gd name="csX19" fmla="*/ 538163 w 2801504"/>
              <a:gd name="csY19" fmla="*/ 2249487 h 2816828"/>
              <a:gd name="csX20" fmla="*/ 465138 w 2801504"/>
              <a:gd name="csY20" fmla="*/ 1971675 h 2816828"/>
              <a:gd name="csX21" fmla="*/ 671512 w 2801504"/>
              <a:gd name="csY21" fmla="*/ 1736725 h 2816828"/>
              <a:gd name="csX22" fmla="*/ 730250 w 2801504"/>
              <a:gd name="csY22" fmla="*/ 1593850 h 2816828"/>
              <a:gd name="csX23" fmla="*/ 1104900 w 2801504"/>
              <a:gd name="csY23" fmla="*/ 1046162 h 2816828"/>
              <a:gd name="csX24" fmla="*/ 1174750 w 2801504"/>
              <a:gd name="csY24" fmla="*/ 958850 h 2816828"/>
              <a:gd name="csX25" fmla="*/ 1276350 w 2801504"/>
              <a:gd name="csY25" fmla="*/ 908050 h 2816828"/>
              <a:gd name="csX26" fmla="*/ 1390650 w 2801504"/>
              <a:gd name="csY26" fmla="*/ 844550 h 2816828"/>
              <a:gd name="csX27" fmla="*/ 1504950 w 2801504"/>
              <a:gd name="csY27" fmla="*/ 755650 h 2816828"/>
              <a:gd name="csX28" fmla="*/ 1504950 w 2801504"/>
              <a:gd name="csY28" fmla="*/ 488950 h 2816828"/>
              <a:gd name="csX29" fmla="*/ 1428750 w 2801504"/>
              <a:gd name="csY29" fmla="*/ 425450 h 2816828"/>
              <a:gd name="csX30" fmla="*/ 1327150 w 2801504"/>
              <a:gd name="csY30" fmla="*/ 400050 h 2816828"/>
              <a:gd name="csX31" fmla="*/ 1149350 w 2801504"/>
              <a:gd name="csY31" fmla="*/ 450850 h 2816828"/>
              <a:gd name="csX32" fmla="*/ 1085850 w 2801504"/>
              <a:gd name="csY32" fmla="*/ 488950 h 2816828"/>
              <a:gd name="csX33" fmla="*/ 1098550 w 2801504"/>
              <a:gd name="csY33" fmla="*/ 806450 h 2816828"/>
              <a:gd name="csX34" fmla="*/ 1225550 w 2801504"/>
              <a:gd name="csY34" fmla="*/ 971550 h 2816828"/>
              <a:gd name="csX35" fmla="*/ 1377950 w 2801504"/>
              <a:gd name="csY35" fmla="*/ 1098550 h 2816828"/>
              <a:gd name="csX36" fmla="*/ 1416050 w 2801504"/>
              <a:gd name="csY36" fmla="*/ 1123950 h 2816828"/>
              <a:gd name="csX37" fmla="*/ 1479550 w 2801504"/>
              <a:gd name="csY37" fmla="*/ 1200150 h 2816828"/>
              <a:gd name="csX38" fmla="*/ 1568450 w 2801504"/>
              <a:gd name="csY38" fmla="*/ 1289050 h 2816828"/>
              <a:gd name="csX39" fmla="*/ 1606550 w 2801504"/>
              <a:gd name="csY39" fmla="*/ 1352550 h 2816828"/>
              <a:gd name="csX40" fmla="*/ 1644650 w 2801504"/>
              <a:gd name="csY40" fmla="*/ 1403350 h 2816828"/>
              <a:gd name="csX41" fmla="*/ 1657350 w 2801504"/>
              <a:gd name="csY41" fmla="*/ 1441450 h 2816828"/>
              <a:gd name="csX42" fmla="*/ 1652587 w 2801504"/>
              <a:gd name="csY42" fmla="*/ 2143125 h 2816828"/>
              <a:gd name="csX43" fmla="*/ 1568450 w 2801504"/>
              <a:gd name="csY43" fmla="*/ 2292350 h 2816828"/>
              <a:gd name="csX44" fmla="*/ 1530350 w 2801504"/>
              <a:gd name="csY44" fmla="*/ 2330450 h 2816828"/>
              <a:gd name="csX45" fmla="*/ 1428750 w 2801504"/>
              <a:gd name="csY45" fmla="*/ 2292350 h 2816828"/>
              <a:gd name="csX46" fmla="*/ 1377950 w 2801504"/>
              <a:gd name="csY46" fmla="*/ 2254250 h 2816828"/>
              <a:gd name="csX47" fmla="*/ 1314450 w 2801504"/>
              <a:gd name="csY47" fmla="*/ 2216150 h 2816828"/>
              <a:gd name="csX48" fmla="*/ 1263650 w 2801504"/>
              <a:gd name="csY48" fmla="*/ 2101850 h 2816828"/>
              <a:gd name="csX49" fmla="*/ 1314450 w 2801504"/>
              <a:gd name="csY49" fmla="*/ 1974850 h 2816828"/>
              <a:gd name="csX50" fmla="*/ 1758950 w 2801504"/>
              <a:gd name="csY50" fmla="*/ 1809750 h 2816828"/>
              <a:gd name="csX51" fmla="*/ 1955800 w 2801504"/>
              <a:gd name="csY51" fmla="*/ 1701800 h 2816828"/>
              <a:gd name="csX52" fmla="*/ 2343150 w 2801504"/>
              <a:gd name="csY52" fmla="*/ 1606550 h 2816828"/>
              <a:gd name="csX53" fmla="*/ 2444750 w 2801504"/>
              <a:gd name="csY53" fmla="*/ 1504950 h 2816828"/>
              <a:gd name="csX54" fmla="*/ 2419350 w 2801504"/>
              <a:gd name="csY54" fmla="*/ 1358900 h 2816828"/>
              <a:gd name="csX55" fmla="*/ 2305050 w 2801504"/>
              <a:gd name="csY55" fmla="*/ 1314450 h 2816828"/>
              <a:gd name="csX56" fmla="*/ 2222500 w 2801504"/>
              <a:gd name="csY56" fmla="*/ 1301750 h 2816828"/>
              <a:gd name="csX57" fmla="*/ 2082800 w 2801504"/>
              <a:gd name="csY57" fmla="*/ 1358900 h 2816828"/>
              <a:gd name="csX58" fmla="*/ 2025650 w 2801504"/>
              <a:gd name="csY58" fmla="*/ 1460500 h 2816828"/>
              <a:gd name="csX59" fmla="*/ 2019300 w 2801504"/>
              <a:gd name="csY59" fmla="*/ 1492250 h 2816828"/>
              <a:gd name="csX60" fmla="*/ 2012950 w 2801504"/>
              <a:gd name="csY60" fmla="*/ 1885950 h 2816828"/>
              <a:gd name="csX61" fmla="*/ 1892300 w 2801504"/>
              <a:gd name="csY61" fmla="*/ 2192337 h 2816828"/>
              <a:gd name="csX62" fmla="*/ 1936750 w 2801504"/>
              <a:gd name="csY62" fmla="*/ 2260600 h 2816828"/>
              <a:gd name="csX63" fmla="*/ 2012950 w 2801504"/>
              <a:gd name="csY63" fmla="*/ 2298700 h 2816828"/>
              <a:gd name="csX64" fmla="*/ 2305050 w 2801504"/>
              <a:gd name="csY64" fmla="*/ 2455862 h 2816828"/>
              <a:gd name="csX65" fmla="*/ 2343150 w 2801504"/>
              <a:gd name="csY65" fmla="*/ 2482850 h 2816828"/>
              <a:gd name="csX66" fmla="*/ 2552700 w 2801504"/>
              <a:gd name="csY66" fmla="*/ 2689225 h 2816828"/>
              <a:gd name="csX67" fmla="*/ 2373312 w 2801504"/>
              <a:gd name="csY67" fmla="*/ 2805113 h 2816828"/>
              <a:gd name="csX68" fmla="*/ 2127250 w 2801504"/>
              <a:gd name="csY68" fmla="*/ 2813050 h 2816828"/>
              <a:gd name="csX69" fmla="*/ 1968500 w 2801504"/>
              <a:gd name="csY69" fmla="*/ 2806700 h 2816828"/>
              <a:gd name="csX70" fmla="*/ 1746250 w 2801504"/>
              <a:gd name="csY70" fmla="*/ 2654300 h 2816828"/>
              <a:gd name="csX71" fmla="*/ 2114550 w 2801504"/>
              <a:gd name="csY71" fmla="*/ 2203450 h 2816828"/>
              <a:gd name="csX72" fmla="*/ 2533650 w 2801504"/>
              <a:gd name="csY72" fmla="*/ 2101850 h 2816828"/>
              <a:gd name="csX73" fmla="*/ 2622550 w 2801504"/>
              <a:gd name="csY73" fmla="*/ 2063750 h 2816828"/>
              <a:gd name="csX74" fmla="*/ 2698750 w 2801504"/>
              <a:gd name="csY74" fmla="*/ 2051050 h 2816828"/>
              <a:gd name="csX75" fmla="*/ 2736850 w 2801504"/>
              <a:gd name="csY75" fmla="*/ 2025650 h 2816828"/>
              <a:gd name="csX76" fmla="*/ 2774950 w 2801504"/>
              <a:gd name="csY76" fmla="*/ 2012950 h 2816828"/>
              <a:gd name="csX77" fmla="*/ 2800350 w 2801504"/>
              <a:gd name="csY77" fmla="*/ 1924050 h 2816828"/>
              <a:gd name="csX0" fmla="*/ 101600 w 2801504"/>
              <a:gd name="csY0" fmla="*/ 0 h 2815863"/>
              <a:gd name="csX1" fmla="*/ 38100 w 2801504"/>
              <a:gd name="csY1" fmla="*/ 38100 h 2815863"/>
              <a:gd name="csX2" fmla="*/ 19050 w 2801504"/>
              <a:gd name="csY2" fmla="*/ 101600 h 2815863"/>
              <a:gd name="csX3" fmla="*/ 6350 w 2801504"/>
              <a:gd name="csY3" fmla="*/ 260350 h 2815863"/>
              <a:gd name="csX4" fmla="*/ 0 w 2801504"/>
              <a:gd name="csY4" fmla="*/ 419100 h 2815863"/>
              <a:gd name="csX5" fmla="*/ 19050 w 2801504"/>
              <a:gd name="csY5" fmla="*/ 488950 h 2815863"/>
              <a:gd name="csX6" fmla="*/ 19050 w 2801504"/>
              <a:gd name="csY6" fmla="*/ 514350 h 2815863"/>
              <a:gd name="csX7" fmla="*/ 44450 w 2801504"/>
              <a:gd name="csY7" fmla="*/ 717550 h 2815863"/>
              <a:gd name="csX8" fmla="*/ 120650 w 2801504"/>
              <a:gd name="csY8" fmla="*/ 996950 h 2815863"/>
              <a:gd name="csX9" fmla="*/ 209550 w 2801504"/>
              <a:gd name="csY9" fmla="*/ 1149350 h 2815863"/>
              <a:gd name="csX10" fmla="*/ 704850 w 2801504"/>
              <a:gd name="csY10" fmla="*/ 1619250 h 2815863"/>
              <a:gd name="csX11" fmla="*/ 752476 w 2801504"/>
              <a:gd name="csY11" fmla="*/ 1643063 h 2815863"/>
              <a:gd name="csX12" fmla="*/ 771525 w 2801504"/>
              <a:gd name="csY12" fmla="*/ 1682750 h 2815863"/>
              <a:gd name="csX13" fmla="*/ 857250 w 2801504"/>
              <a:gd name="csY13" fmla="*/ 1822450 h 2815863"/>
              <a:gd name="csX14" fmla="*/ 933450 w 2801504"/>
              <a:gd name="csY14" fmla="*/ 1911350 h 2815863"/>
              <a:gd name="csX15" fmla="*/ 954087 w 2801504"/>
              <a:gd name="csY15" fmla="*/ 1939926 h 2815863"/>
              <a:gd name="csX16" fmla="*/ 971550 w 2801504"/>
              <a:gd name="csY16" fmla="*/ 2038350 h 2815863"/>
              <a:gd name="csX17" fmla="*/ 895350 w 2801504"/>
              <a:gd name="csY17" fmla="*/ 2241550 h 2815863"/>
              <a:gd name="csX18" fmla="*/ 801688 w 2801504"/>
              <a:gd name="csY18" fmla="*/ 2319337 h 2815863"/>
              <a:gd name="csX19" fmla="*/ 538163 w 2801504"/>
              <a:gd name="csY19" fmla="*/ 2249487 h 2815863"/>
              <a:gd name="csX20" fmla="*/ 465138 w 2801504"/>
              <a:gd name="csY20" fmla="*/ 1971675 h 2815863"/>
              <a:gd name="csX21" fmla="*/ 671512 w 2801504"/>
              <a:gd name="csY21" fmla="*/ 1736725 h 2815863"/>
              <a:gd name="csX22" fmla="*/ 730250 w 2801504"/>
              <a:gd name="csY22" fmla="*/ 1593850 h 2815863"/>
              <a:gd name="csX23" fmla="*/ 1104900 w 2801504"/>
              <a:gd name="csY23" fmla="*/ 1046162 h 2815863"/>
              <a:gd name="csX24" fmla="*/ 1174750 w 2801504"/>
              <a:gd name="csY24" fmla="*/ 958850 h 2815863"/>
              <a:gd name="csX25" fmla="*/ 1276350 w 2801504"/>
              <a:gd name="csY25" fmla="*/ 908050 h 2815863"/>
              <a:gd name="csX26" fmla="*/ 1390650 w 2801504"/>
              <a:gd name="csY26" fmla="*/ 844550 h 2815863"/>
              <a:gd name="csX27" fmla="*/ 1504950 w 2801504"/>
              <a:gd name="csY27" fmla="*/ 755650 h 2815863"/>
              <a:gd name="csX28" fmla="*/ 1504950 w 2801504"/>
              <a:gd name="csY28" fmla="*/ 488950 h 2815863"/>
              <a:gd name="csX29" fmla="*/ 1428750 w 2801504"/>
              <a:gd name="csY29" fmla="*/ 425450 h 2815863"/>
              <a:gd name="csX30" fmla="*/ 1327150 w 2801504"/>
              <a:gd name="csY30" fmla="*/ 400050 h 2815863"/>
              <a:gd name="csX31" fmla="*/ 1149350 w 2801504"/>
              <a:gd name="csY31" fmla="*/ 450850 h 2815863"/>
              <a:gd name="csX32" fmla="*/ 1085850 w 2801504"/>
              <a:gd name="csY32" fmla="*/ 488950 h 2815863"/>
              <a:gd name="csX33" fmla="*/ 1098550 w 2801504"/>
              <a:gd name="csY33" fmla="*/ 806450 h 2815863"/>
              <a:gd name="csX34" fmla="*/ 1225550 w 2801504"/>
              <a:gd name="csY34" fmla="*/ 971550 h 2815863"/>
              <a:gd name="csX35" fmla="*/ 1377950 w 2801504"/>
              <a:gd name="csY35" fmla="*/ 1098550 h 2815863"/>
              <a:gd name="csX36" fmla="*/ 1416050 w 2801504"/>
              <a:gd name="csY36" fmla="*/ 1123950 h 2815863"/>
              <a:gd name="csX37" fmla="*/ 1479550 w 2801504"/>
              <a:gd name="csY37" fmla="*/ 1200150 h 2815863"/>
              <a:gd name="csX38" fmla="*/ 1568450 w 2801504"/>
              <a:gd name="csY38" fmla="*/ 1289050 h 2815863"/>
              <a:gd name="csX39" fmla="*/ 1606550 w 2801504"/>
              <a:gd name="csY39" fmla="*/ 1352550 h 2815863"/>
              <a:gd name="csX40" fmla="*/ 1644650 w 2801504"/>
              <a:gd name="csY40" fmla="*/ 1403350 h 2815863"/>
              <a:gd name="csX41" fmla="*/ 1657350 w 2801504"/>
              <a:gd name="csY41" fmla="*/ 1441450 h 2815863"/>
              <a:gd name="csX42" fmla="*/ 1652587 w 2801504"/>
              <a:gd name="csY42" fmla="*/ 2143125 h 2815863"/>
              <a:gd name="csX43" fmla="*/ 1568450 w 2801504"/>
              <a:gd name="csY43" fmla="*/ 2292350 h 2815863"/>
              <a:gd name="csX44" fmla="*/ 1530350 w 2801504"/>
              <a:gd name="csY44" fmla="*/ 2330450 h 2815863"/>
              <a:gd name="csX45" fmla="*/ 1428750 w 2801504"/>
              <a:gd name="csY45" fmla="*/ 2292350 h 2815863"/>
              <a:gd name="csX46" fmla="*/ 1377950 w 2801504"/>
              <a:gd name="csY46" fmla="*/ 2254250 h 2815863"/>
              <a:gd name="csX47" fmla="*/ 1314450 w 2801504"/>
              <a:gd name="csY47" fmla="*/ 2216150 h 2815863"/>
              <a:gd name="csX48" fmla="*/ 1263650 w 2801504"/>
              <a:gd name="csY48" fmla="*/ 2101850 h 2815863"/>
              <a:gd name="csX49" fmla="*/ 1314450 w 2801504"/>
              <a:gd name="csY49" fmla="*/ 1974850 h 2815863"/>
              <a:gd name="csX50" fmla="*/ 1758950 w 2801504"/>
              <a:gd name="csY50" fmla="*/ 1809750 h 2815863"/>
              <a:gd name="csX51" fmla="*/ 1955800 w 2801504"/>
              <a:gd name="csY51" fmla="*/ 1701800 h 2815863"/>
              <a:gd name="csX52" fmla="*/ 2343150 w 2801504"/>
              <a:gd name="csY52" fmla="*/ 1606550 h 2815863"/>
              <a:gd name="csX53" fmla="*/ 2444750 w 2801504"/>
              <a:gd name="csY53" fmla="*/ 1504950 h 2815863"/>
              <a:gd name="csX54" fmla="*/ 2419350 w 2801504"/>
              <a:gd name="csY54" fmla="*/ 1358900 h 2815863"/>
              <a:gd name="csX55" fmla="*/ 2305050 w 2801504"/>
              <a:gd name="csY55" fmla="*/ 1314450 h 2815863"/>
              <a:gd name="csX56" fmla="*/ 2222500 w 2801504"/>
              <a:gd name="csY56" fmla="*/ 1301750 h 2815863"/>
              <a:gd name="csX57" fmla="*/ 2082800 w 2801504"/>
              <a:gd name="csY57" fmla="*/ 1358900 h 2815863"/>
              <a:gd name="csX58" fmla="*/ 2025650 w 2801504"/>
              <a:gd name="csY58" fmla="*/ 1460500 h 2815863"/>
              <a:gd name="csX59" fmla="*/ 2019300 w 2801504"/>
              <a:gd name="csY59" fmla="*/ 1492250 h 2815863"/>
              <a:gd name="csX60" fmla="*/ 2012950 w 2801504"/>
              <a:gd name="csY60" fmla="*/ 1885950 h 2815863"/>
              <a:gd name="csX61" fmla="*/ 1892300 w 2801504"/>
              <a:gd name="csY61" fmla="*/ 2192337 h 2815863"/>
              <a:gd name="csX62" fmla="*/ 1936750 w 2801504"/>
              <a:gd name="csY62" fmla="*/ 2260600 h 2815863"/>
              <a:gd name="csX63" fmla="*/ 2012950 w 2801504"/>
              <a:gd name="csY63" fmla="*/ 2298700 h 2815863"/>
              <a:gd name="csX64" fmla="*/ 2305050 w 2801504"/>
              <a:gd name="csY64" fmla="*/ 2455862 h 2815863"/>
              <a:gd name="csX65" fmla="*/ 2343150 w 2801504"/>
              <a:gd name="csY65" fmla="*/ 2482850 h 2815863"/>
              <a:gd name="csX66" fmla="*/ 2476500 w 2801504"/>
              <a:gd name="csY66" fmla="*/ 2703513 h 2815863"/>
              <a:gd name="csX67" fmla="*/ 2373312 w 2801504"/>
              <a:gd name="csY67" fmla="*/ 2805113 h 2815863"/>
              <a:gd name="csX68" fmla="*/ 2127250 w 2801504"/>
              <a:gd name="csY68" fmla="*/ 2813050 h 2815863"/>
              <a:gd name="csX69" fmla="*/ 1968500 w 2801504"/>
              <a:gd name="csY69" fmla="*/ 2806700 h 2815863"/>
              <a:gd name="csX70" fmla="*/ 1746250 w 2801504"/>
              <a:gd name="csY70" fmla="*/ 2654300 h 2815863"/>
              <a:gd name="csX71" fmla="*/ 2114550 w 2801504"/>
              <a:gd name="csY71" fmla="*/ 2203450 h 2815863"/>
              <a:gd name="csX72" fmla="*/ 2533650 w 2801504"/>
              <a:gd name="csY72" fmla="*/ 2101850 h 2815863"/>
              <a:gd name="csX73" fmla="*/ 2622550 w 2801504"/>
              <a:gd name="csY73" fmla="*/ 2063750 h 2815863"/>
              <a:gd name="csX74" fmla="*/ 2698750 w 2801504"/>
              <a:gd name="csY74" fmla="*/ 2051050 h 2815863"/>
              <a:gd name="csX75" fmla="*/ 2736850 w 2801504"/>
              <a:gd name="csY75" fmla="*/ 2025650 h 2815863"/>
              <a:gd name="csX76" fmla="*/ 2774950 w 2801504"/>
              <a:gd name="csY76" fmla="*/ 2012950 h 2815863"/>
              <a:gd name="csX77" fmla="*/ 2800350 w 2801504"/>
              <a:gd name="csY77" fmla="*/ 1924050 h 2815863"/>
              <a:gd name="csX0" fmla="*/ 101600 w 2801504"/>
              <a:gd name="csY0" fmla="*/ 0 h 2815863"/>
              <a:gd name="csX1" fmla="*/ 38100 w 2801504"/>
              <a:gd name="csY1" fmla="*/ 38100 h 2815863"/>
              <a:gd name="csX2" fmla="*/ 19050 w 2801504"/>
              <a:gd name="csY2" fmla="*/ 101600 h 2815863"/>
              <a:gd name="csX3" fmla="*/ 6350 w 2801504"/>
              <a:gd name="csY3" fmla="*/ 260350 h 2815863"/>
              <a:gd name="csX4" fmla="*/ 0 w 2801504"/>
              <a:gd name="csY4" fmla="*/ 419100 h 2815863"/>
              <a:gd name="csX5" fmla="*/ 19050 w 2801504"/>
              <a:gd name="csY5" fmla="*/ 488950 h 2815863"/>
              <a:gd name="csX6" fmla="*/ 19050 w 2801504"/>
              <a:gd name="csY6" fmla="*/ 514350 h 2815863"/>
              <a:gd name="csX7" fmla="*/ 44450 w 2801504"/>
              <a:gd name="csY7" fmla="*/ 717550 h 2815863"/>
              <a:gd name="csX8" fmla="*/ 120650 w 2801504"/>
              <a:gd name="csY8" fmla="*/ 996950 h 2815863"/>
              <a:gd name="csX9" fmla="*/ 209550 w 2801504"/>
              <a:gd name="csY9" fmla="*/ 1149350 h 2815863"/>
              <a:gd name="csX10" fmla="*/ 704850 w 2801504"/>
              <a:gd name="csY10" fmla="*/ 1619250 h 2815863"/>
              <a:gd name="csX11" fmla="*/ 752476 w 2801504"/>
              <a:gd name="csY11" fmla="*/ 1643063 h 2815863"/>
              <a:gd name="csX12" fmla="*/ 771525 w 2801504"/>
              <a:gd name="csY12" fmla="*/ 1682750 h 2815863"/>
              <a:gd name="csX13" fmla="*/ 857250 w 2801504"/>
              <a:gd name="csY13" fmla="*/ 1822450 h 2815863"/>
              <a:gd name="csX14" fmla="*/ 933450 w 2801504"/>
              <a:gd name="csY14" fmla="*/ 1911350 h 2815863"/>
              <a:gd name="csX15" fmla="*/ 954087 w 2801504"/>
              <a:gd name="csY15" fmla="*/ 1939926 h 2815863"/>
              <a:gd name="csX16" fmla="*/ 971550 w 2801504"/>
              <a:gd name="csY16" fmla="*/ 2038350 h 2815863"/>
              <a:gd name="csX17" fmla="*/ 895350 w 2801504"/>
              <a:gd name="csY17" fmla="*/ 2241550 h 2815863"/>
              <a:gd name="csX18" fmla="*/ 801688 w 2801504"/>
              <a:gd name="csY18" fmla="*/ 2319337 h 2815863"/>
              <a:gd name="csX19" fmla="*/ 538163 w 2801504"/>
              <a:gd name="csY19" fmla="*/ 2249487 h 2815863"/>
              <a:gd name="csX20" fmla="*/ 465138 w 2801504"/>
              <a:gd name="csY20" fmla="*/ 1971675 h 2815863"/>
              <a:gd name="csX21" fmla="*/ 671512 w 2801504"/>
              <a:gd name="csY21" fmla="*/ 1736725 h 2815863"/>
              <a:gd name="csX22" fmla="*/ 730250 w 2801504"/>
              <a:gd name="csY22" fmla="*/ 1593850 h 2815863"/>
              <a:gd name="csX23" fmla="*/ 1104900 w 2801504"/>
              <a:gd name="csY23" fmla="*/ 1046162 h 2815863"/>
              <a:gd name="csX24" fmla="*/ 1174750 w 2801504"/>
              <a:gd name="csY24" fmla="*/ 958850 h 2815863"/>
              <a:gd name="csX25" fmla="*/ 1276350 w 2801504"/>
              <a:gd name="csY25" fmla="*/ 908050 h 2815863"/>
              <a:gd name="csX26" fmla="*/ 1390650 w 2801504"/>
              <a:gd name="csY26" fmla="*/ 844550 h 2815863"/>
              <a:gd name="csX27" fmla="*/ 1504950 w 2801504"/>
              <a:gd name="csY27" fmla="*/ 755650 h 2815863"/>
              <a:gd name="csX28" fmla="*/ 1504950 w 2801504"/>
              <a:gd name="csY28" fmla="*/ 488950 h 2815863"/>
              <a:gd name="csX29" fmla="*/ 1428750 w 2801504"/>
              <a:gd name="csY29" fmla="*/ 425450 h 2815863"/>
              <a:gd name="csX30" fmla="*/ 1327150 w 2801504"/>
              <a:gd name="csY30" fmla="*/ 400050 h 2815863"/>
              <a:gd name="csX31" fmla="*/ 1149350 w 2801504"/>
              <a:gd name="csY31" fmla="*/ 450850 h 2815863"/>
              <a:gd name="csX32" fmla="*/ 1085850 w 2801504"/>
              <a:gd name="csY32" fmla="*/ 488950 h 2815863"/>
              <a:gd name="csX33" fmla="*/ 1098550 w 2801504"/>
              <a:gd name="csY33" fmla="*/ 806450 h 2815863"/>
              <a:gd name="csX34" fmla="*/ 1225550 w 2801504"/>
              <a:gd name="csY34" fmla="*/ 971550 h 2815863"/>
              <a:gd name="csX35" fmla="*/ 1377950 w 2801504"/>
              <a:gd name="csY35" fmla="*/ 1098550 h 2815863"/>
              <a:gd name="csX36" fmla="*/ 1416050 w 2801504"/>
              <a:gd name="csY36" fmla="*/ 1123950 h 2815863"/>
              <a:gd name="csX37" fmla="*/ 1479550 w 2801504"/>
              <a:gd name="csY37" fmla="*/ 1200150 h 2815863"/>
              <a:gd name="csX38" fmla="*/ 1568450 w 2801504"/>
              <a:gd name="csY38" fmla="*/ 1289050 h 2815863"/>
              <a:gd name="csX39" fmla="*/ 1606550 w 2801504"/>
              <a:gd name="csY39" fmla="*/ 1352550 h 2815863"/>
              <a:gd name="csX40" fmla="*/ 1644650 w 2801504"/>
              <a:gd name="csY40" fmla="*/ 1403350 h 2815863"/>
              <a:gd name="csX41" fmla="*/ 1657350 w 2801504"/>
              <a:gd name="csY41" fmla="*/ 1441450 h 2815863"/>
              <a:gd name="csX42" fmla="*/ 1652587 w 2801504"/>
              <a:gd name="csY42" fmla="*/ 2143125 h 2815863"/>
              <a:gd name="csX43" fmla="*/ 1568450 w 2801504"/>
              <a:gd name="csY43" fmla="*/ 2292350 h 2815863"/>
              <a:gd name="csX44" fmla="*/ 1530350 w 2801504"/>
              <a:gd name="csY44" fmla="*/ 2330450 h 2815863"/>
              <a:gd name="csX45" fmla="*/ 1428750 w 2801504"/>
              <a:gd name="csY45" fmla="*/ 2292350 h 2815863"/>
              <a:gd name="csX46" fmla="*/ 1377950 w 2801504"/>
              <a:gd name="csY46" fmla="*/ 2254250 h 2815863"/>
              <a:gd name="csX47" fmla="*/ 1314450 w 2801504"/>
              <a:gd name="csY47" fmla="*/ 2216150 h 2815863"/>
              <a:gd name="csX48" fmla="*/ 1263650 w 2801504"/>
              <a:gd name="csY48" fmla="*/ 2101850 h 2815863"/>
              <a:gd name="csX49" fmla="*/ 1314450 w 2801504"/>
              <a:gd name="csY49" fmla="*/ 1974850 h 2815863"/>
              <a:gd name="csX50" fmla="*/ 1758950 w 2801504"/>
              <a:gd name="csY50" fmla="*/ 1809750 h 2815863"/>
              <a:gd name="csX51" fmla="*/ 1955800 w 2801504"/>
              <a:gd name="csY51" fmla="*/ 1701800 h 2815863"/>
              <a:gd name="csX52" fmla="*/ 2343150 w 2801504"/>
              <a:gd name="csY52" fmla="*/ 1606550 h 2815863"/>
              <a:gd name="csX53" fmla="*/ 2444750 w 2801504"/>
              <a:gd name="csY53" fmla="*/ 1504950 h 2815863"/>
              <a:gd name="csX54" fmla="*/ 2419350 w 2801504"/>
              <a:gd name="csY54" fmla="*/ 1358900 h 2815863"/>
              <a:gd name="csX55" fmla="*/ 2305050 w 2801504"/>
              <a:gd name="csY55" fmla="*/ 1314450 h 2815863"/>
              <a:gd name="csX56" fmla="*/ 2222500 w 2801504"/>
              <a:gd name="csY56" fmla="*/ 1301750 h 2815863"/>
              <a:gd name="csX57" fmla="*/ 2082800 w 2801504"/>
              <a:gd name="csY57" fmla="*/ 1358900 h 2815863"/>
              <a:gd name="csX58" fmla="*/ 2025650 w 2801504"/>
              <a:gd name="csY58" fmla="*/ 1460500 h 2815863"/>
              <a:gd name="csX59" fmla="*/ 2019300 w 2801504"/>
              <a:gd name="csY59" fmla="*/ 1492250 h 2815863"/>
              <a:gd name="csX60" fmla="*/ 2012950 w 2801504"/>
              <a:gd name="csY60" fmla="*/ 1885950 h 2815863"/>
              <a:gd name="csX61" fmla="*/ 1892300 w 2801504"/>
              <a:gd name="csY61" fmla="*/ 2192337 h 2815863"/>
              <a:gd name="csX62" fmla="*/ 1936750 w 2801504"/>
              <a:gd name="csY62" fmla="*/ 2260600 h 2815863"/>
              <a:gd name="csX63" fmla="*/ 2012950 w 2801504"/>
              <a:gd name="csY63" fmla="*/ 2298700 h 2815863"/>
              <a:gd name="csX64" fmla="*/ 2305050 w 2801504"/>
              <a:gd name="csY64" fmla="*/ 2455862 h 2815863"/>
              <a:gd name="csX65" fmla="*/ 2381250 w 2801504"/>
              <a:gd name="csY65" fmla="*/ 2540000 h 2815863"/>
              <a:gd name="csX66" fmla="*/ 2476500 w 2801504"/>
              <a:gd name="csY66" fmla="*/ 2703513 h 2815863"/>
              <a:gd name="csX67" fmla="*/ 2373312 w 2801504"/>
              <a:gd name="csY67" fmla="*/ 2805113 h 2815863"/>
              <a:gd name="csX68" fmla="*/ 2127250 w 2801504"/>
              <a:gd name="csY68" fmla="*/ 2813050 h 2815863"/>
              <a:gd name="csX69" fmla="*/ 1968500 w 2801504"/>
              <a:gd name="csY69" fmla="*/ 2806700 h 2815863"/>
              <a:gd name="csX70" fmla="*/ 1746250 w 2801504"/>
              <a:gd name="csY70" fmla="*/ 2654300 h 2815863"/>
              <a:gd name="csX71" fmla="*/ 2114550 w 2801504"/>
              <a:gd name="csY71" fmla="*/ 2203450 h 2815863"/>
              <a:gd name="csX72" fmla="*/ 2533650 w 2801504"/>
              <a:gd name="csY72" fmla="*/ 2101850 h 2815863"/>
              <a:gd name="csX73" fmla="*/ 2622550 w 2801504"/>
              <a:gd name="csY73" fmla="*/ 2063750 h 2815863"/>
              <a:gd name="csX74" fmla="*/ 2698750 w 2801504"/>
              <a:gd name="csY74" fmla="*/ 2051050 h 2815863"/>
              <a:gd name="csX75" fmla="*/ 2736850 w 2801504"/>
              <a:gd name="csY75" fmla="*/ 2025650 h 2815863"/>
              <a:gd name="csX76" fmla="*/ 2774950 w 2801504"/>
              <a:gd name="csY76" fmla="*/ 2012950 h 2815863"/>
              <a:gd name="csX77" fmla="*/ 2800350 w 2801504"/>
              <a:gd name="csY77" fmla="*/ 1924050 h 281586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</a:cxnLst>
            <a:rect l="l" t="t" r="r" b="b"/>
            <a:pathLst>
              <a:path w="2801504" h="2815863">
                <a:moveTo>
                  <a:pt x="101600" y="0"/>
                </a:moveTo>
                <a:cubicBezTo>
                  <a:pt x="44721" y="71099"/>
                  <a:pt x="51858" y="21167"/>
                  <a:pt x="38100" y="38100"/>
                </a:cubicBezTo>
                <a:cubicBezTo>
                  <a:pt x="24342" y="55033"/>
                  <a:pt x="24342" y="64558"/>
                  <a:pt x="19050" y="101600"/>
                </a:cubicBezTo>
                <a:cubicBezTo>
                  <a:pt x="13758" y="138642"/>
                  <a:pt x="9525" y="207433"/>
                  <a:pt x="6350" y="260350"/>
                </a:cubicBezTo>
                <a:cubicBezTo>
                  <a:pt x="3175" y="313267"/>
                  <a:pt x="14474" y="361202"/>
                  <a:pt x="0" y="419100"/>
                </a:cubicBezTo>
                <a:cubicBezTo>
                  <a:pt x="23067" y="511368"/>
                  <a:pt x="15875" y="473075"/>
                  <a:pt x="19050" y="488950"/>
                </a:cubicBezTo>
                <a:cubicBezTo>
                  <a:pt x="22225" y="504825"/>
                  <a:pt x="14817" y="476250"/>
                  <a:pt x="19050" y="514350"/>
                </a:cubicBezTo>
                <a:cubicBezTo>
                  <a:pt x="23283" y="552450"/>
                  <a:pt x="27517" y="637117"/>
                  <a:pt x="44450" y="717550"/>
                </a:cubicBezTo>
                <a:cubicBezTo>
                  <a:pt x="61383" y="797983"/>
                  <a:pt x="93133" y="924983"/>
                  <a:pt x="120650" y="996950"/>
                </a:cubicBezTo>
                <a:cubicBezTo>
                  <a:pt x="148167" y="1068917"/>
                  <a:pt x="112183" y="1045633"/>
                  <a:pt x="209550" y="1149350"/>
                </a:cubicBezTo>
                <a:cubicBezTo>
                  <a:pt x="306917" y="1253067"/>
                  <a:pt x="624417" y="1615017"/>
                  <a:pt x="704850" y="1619250"/>
                </a:cubicBezTo>
                <a:cubicBezTo>
                  <a:pt x="722313" y="1617663"/>
                  <a:pt x="741364" y="1632480"/>
                  <a:pt x="752476" y="1643063"/>
                </a:cubicBezTo>
                <a:cubicBezTo>
                  <a:pt x="763588" y="1653646"/>
                  <a:pt x="754063" y="1652852"/>
                  <a:pt x="771525" y="1682750"/>
                </a:cubicBezTo>
                <a:cubicBezTo>
                  <a:pt x="788987" y="1712648"/>
                  <a:pt x="830263" y="1784350"/>
                  <a:pt x="857250" y="1822450"/>
                </a:cubicBezTo>
                <a:cubicBezTo>
                  <a:pt x="884237" y="1860550"/>
                  <a:pt x="917311" y="1891771"/>
                  <a:pt x="933450" y="1911350"/>
                </a:cubicBezTo>
                <a:cubicBezTo>
                  <a:pt x="949589" y="1930929"/>
                  <a:pt x="966787" y="1935693"/>
                  <a:pt x="954087" y="1939926"/>
                </a:cubicBezTo>
                <a:cubicBezTo>
                  <a:pt x="924454" y="1935693"/>
                  <a:pt x="981339" y="1988080"/>
                  <a:pt x="971550" y="2038350"/>
                </a:cubicBezTo>
                <a:cubicBezTo>
                  <a:pt x="961761" y="2088620"/>
                  <a:pt x="923660" y="2194719"/>
                  <a:pt x="895350" y="2241550"/>
                </a:cubicBezTo>
                <a:cubicBezTo>
                  <a:pt x="867040" y="2288381"/>
                  <a:pt x="844432" y="2333585"/>
                  <a:pt x="801688" y="2319337"/>
                </a:cubicBezTo>
                <a:cubicBezTo>
                  <a:pt x="695255" y="2289104"/>
                  <a:pt x="594255" y="2307431"/>
                  <a:pt x="538163" y="2249487"/>
                </a:cubicBezTo>
                <a:cubicBezTo>
                  <a:pt x="482071" y="2191543"/>
                  <a:pt x="469371" y="1992842"/>
                  <a:pt x="465138" y="1971675"/>
                </a:cubicBezTo>
                <a:cubicBezTo>
                  <a:pt x="470927" y="1896414"/>
                  <a:pt x="627327" y="1799696"/>
                  <a:pt x="671512" y="1736725"/>
                </a:cubicBezTo>
                <a:cubicBezTo>
                  <a:pt x="715697" y="1673754"/>
                  <a:pt x="658019" y="1708944"/>
                  <a:pt x="730250" y="1593850"/>
                </a:cubicBezTo>
                <a:cubicBezTo>
                  <a:pt x="802481" y="1478756"/>
                  <a:pt x="1030817" y="1151995"/>
                  <a:pt x="1104900" y="1046162"/>
                </a:cubicBezTo>
                <a:cubicBezTo>
                  <a:pt x="1178983" y="940329"/>
                  <a:pt x="1146175" y="981869"/>
                  <a:pt x="1174750" y="958850"/>
                </a:cubicBezTo>
                <a:cubicBezTo>
                  <a:pt x="1203325" y="935831"/>
                  <a:pt x="1242886" y="925766"/>
                  <a:pt x="1276350" y="908050"/>
                </a:cubicBezTo>
                <a:cubicBezTo>
                  <a:pt x="1314870" y="887657"/>
                  <a:pt x="1354385" y="868727"/>
                  <a:pt x="1390650" y="844550"/>
                </a:cubicBezTo>
                <a:cubicBezTo>
                  <a:pt x="1430811" y="817776"/>
                  <a:pt x="1504950" y="755650"/>
                  <a:pt x="1504950" y="755650"/>
                </a:cubicBezTo>
                <a:cubicBezTo>
                  <a:pt x="1523699" y="661903"/>
                  <a:pt x="1541822" y="599566"/>
                  <a:pt x="1504950" y="488950"/>
                </a:cubicBezTo>
                <a:cubicBezTo>
                  <a:pt x="1494494" y="457583"/>
                  <a:pt x="1458323" y="440236"/>
                  <a:pt x="1428750" y="425450"/>
                </a:cubicBezTo>
                <a:cubicBezTo>
                  <a:pt x="1397526" y="409838"/>
                  <a:pt x="1361017" y="408517"/>
                  <a:pt x="1327150" y="400050"/>
                </a:cubicBezTo>
                <a:cubicBezTo>
                  <a:pt x="1267883" y="416983"/>
                  <a:pt x="1207188" y="429541"/>
                  <a:pt x="1149350" y="450850"/>
                </a:cubicBezTo>
                <a:cubicBezTo>
                  <a:pt x="1126188" y="459384"/>
                  <a:pt x="1089341" y="464514"/>
                  <a:pt x="1085850" y="488950"/>
                </a:cubicBezTo>
                <a:cubicBezTo>
                  <a:pt x="1070871" y="593803"/>
                  <a:pt x="1081684" y="701883"/>
                  <a:pt x="1098550" y="806450"/>
                </a:cubicBezTo>
                <a:cubicBezTo>
                  <a:pt x="1103031" y="834235"/>
                  <a:pt x="1216382" y="962891"/>
                  <a:pt x="1225550" y="971550"/>
                </a:cubicBezTo>
                <a:cubicBezTo>
                  <a:pt x="1273625" y="1016954"/>
                  <a:pt x="1322929" y="1061869"/>
                  <a:pt x="1377950" y="1098550"/>
                </a:cubicBezTo>
                <a:cubicBezTo>
                  <a:pt x="1390650" y="1107017"/>
                  <a:pt x="1405257" y="1113157"/>
                  <a:pt x="1416050" y="1123950"/>
                </a:cubicBezTo>
                <a:cubicBezTo>
                  <a:pt x="1439429" y="1147329"/>
                  <a:pt x="1457124" y="1175855"/>
                  <a:pt x="1479550" y="1200150"/>
                </a:cubicBezTo>
                <a:cubicBezTo>
                  <a:pt x="1507975" y="1230944"/>
                  <a:pt x="1541621" y="1256855"/>
                  <a:pt x="1568450" y="1289050"/>
                </a:cubicBezTo>
                <a:cubicBezTo>
                  <a:pt x="1584253" y="1308013"/>
                  <a:pt x="1592858" y="1332011"/>
                  <a:pt x="1606550" y="1352550"/>
                </a:cubicBezTo>
                <a:cubicBezTo>
                  <a:pt x="1618291" y="1370162"/>
                  <a:pt x="1631950" y="1386417"/>
                  <a:pt x="1644650" y="1403350"/>
                </a:cubicBezTo>
                <a:cubicBezTo>
                  <a:pt x="1648883" y="1416050"/>
                  <a:pt x="1656027" y="1318154"/>
                  <a:pt x="1657350" y="1441450"/>
                </a:cubicBezTo>
                <a:cubicBezTo>
                  <a:pt x="1658673" y="1564746"/>
                  <a:pt x="1721733" y="1797397"/>
                  <a:pt x="1652587" y="2143125"/>
                </a:cubicBezTo>
                <a:cubicBezTo>
                  <a:pt x="1634237" y="2234877"/>
                  <a:pt x="1588823" y="2261129"/>
                  <a:pt x="1568450" y="2292350"/>
                </a:cubicBezTo>
                <a:cubicBezTo>
                  <a:pt x="1548077" y="2323571"/>
                  <a:pt x="1543050" y="2317750"/>
                  <a:pt x="1530350" y="2330450"/>
                </a:cubicBezTo>
                <a:cubicBezTo>
                  <a:pt x="1496483" y="2317750"/>
                  <a:pt x="1461101" y="2308526"/>
                  <a:pt x="1428750" y="2292350"/>
                </a:cubicBezTo>
                <a:cubicBezTo>
                  <a:pt x="1409818" y="2282884"/>
                  <a:pt x="1395562" y="2265991"/>
                  <a:pt x="1377950" y="2254250"/>
                </a:cubicBezTo>
                <a:cubicBezTo>
                  <a:pt x="1357411" y="2240558"/>
                  <a:pt x="1335617" y="2228850"/>
                  <a:pt x="1314450" y="2216150"/>
                </a:cubicBezTo>
                <a:cubicBezTo>
                  <a:pt x="1304104" y="2195458"/>
                  <a:pt x="1265677" y="2122119"/>
                  <a:pt x="1263650" y="2101850"/>
                </a:cubicBezTo>
                <a:cubicBezTo>
                  <a:pt x="1260146" y="2066808"/>
                  <a:pt x="1289310" y="1996638"/>
                  <a:pt x="1314450" y="1974850"/>
                </a:cubicBezTo>
                <a:cubicBezTo>
                  <a:pt x="1477273" y="1833736"/>
                  <a:pt x="1525482" y="1860504"/>
                  <a:pt x="1758950" y="1809750"/>
                </a:cubicBezTo>
                <a:cubicBezTo>
                  <a:pt x="1805517" y="1818217"/>
                  <a:pt x="1909332" y="1710794"/>
                  <a:pt x="1955800" y="1701800"/>
                </a:cubicBezTo>
                <a:cubicBezTo>
                  <a:pt x="2104158" y="1673086"/>
                  <a:pt x="2261658" y="1639358"/>
                  <a:pt x="2343150" y="1606550"/>
                </a:cubicBezTo>
                <a:cubicBezTo>
                  <a:pt x="2424642" y="1573742"/>
                  <a:pt x="2410883" y="1538817"/>
                  <a:pt x="2444750" y="1504950"/>
                </a:cubicBezTo>
                <a:cubicBezTo>
                  <a:pt x="2448983" y="1471083"/>
                  <a:pt x="2442633" y="1390650"/>
                  <a:pt x="2419350" y="1358900"/>
                </a:cubicBezTo>
                <a:cubicBezTo>
                  <a:pt x="2396067" y="1327150"/>
                  <a:pt x="2337858" y="1323975"/>
                  <a:pt x="2305050" y="1314450"/>
                </a:cubicBezTo>
                <a:cubicBezTo>
                  <a:pt x="2272242" y="1304925"/>
                  <a:pt x="2235200" y="1305983"/>
                  <a:pt x="2222500" y="1301750"/>
                </a:cubicBezTo>
                <a:cubicBezTo>
                  <a:pt x="2188633" y="1310217"/>
                  <a:pt x="2115608" y="1332442"/>
                  <a:pt x="2082800" y="1358900"/>
                </a:cubicBezTo>
                <a:cubicBezTo>
                  <a:pt x="2049992" y="1385358"/>
                  <a:pt x="2054250" y="1393767"/>
                  <a:pt x="2025650" y="1460500"/>
                </a:cubicBezTo>
                <a:cubicBezTo>
                  <a:pt x="2029883" y="1532467"/>
                  <a:pt x="2021417" y="1421342"/>
                  <a:pt x="2019300" y="1492250"/>
                </a:cubicBezTo>
                <a:cubicBezTo>
                  <a:pt x="2017183" y="1563158"/>
                  <a:pt x="2034117" y="1769269"/>
                  <a:pt x="2012950" y="1885950"/>
                </a:cubicBezTo>
                <a:cubicBezTo>
                  <a:pt x="1991783" y="2002631"/>
                  <a:pt x="1905000" y="2129895"/>
                  <a:pt x="1892300" y="2192337"/>
                </a:cubicBezTo>
                <a:cubicBezTo>
                  <a:pt x="1879600" y="2254779"/>
                  <a:pt x="1892217" y="2195408"/>
                  <a:pt x="1936750" y="2260600"/>
                </a:cubicBezTo>
                <a:cubicBezTo>
                  <a:pt x="1945217" y="2290233"/>
                  <a:pt x="1951567" y="2266156"/>
                  <a:pt x="2012950" y="2298700"/>
                </a:cubicBezTo>
                <a:cubicBezTo>
                  <a:pt x="2110317" y="2351087"/>
                  <a:pt x="2243667" y="2415645"/>
                  <a:pt x="2305050" y="2455862"/>
                </a:cubicBezTo>
                <a:cubicBezTo>
                  <a:pt x="2366433" y="2496079"/>
                  <a:pt x="2352675" y="2498725"/>
                  <a:pt x="2381250" y="2540000"/>
                </a:cubicBezTo>
                <a:cubicBezTo>
                  <a:pt x="2409825" y="2581275"/>
                  <a:pt x="2501900" y="2699280"/>
                  <a:pt x="2476500" y="2703513"/>
                </a:cubicBezTo>
                <a:cubicBezTo>
                  <a:pt x="2400324" y="2785670"/>
                  <a:pt x="2431520" y="2786857"/>
                  <a:pt x="2373312" y="2805113"/>
                </a:cubicBezTo>
                <a:cubicBezTo>
                  <a:pt x="2315104" y="2823369"/>
                  <a:pt x="2194719" y="2812786"/>
                  <a:pt x="2127250" y="2813050"/>
                </a:cubicBezTo>
                <a:cubicBezTo>
                  <a:pt x="2059781" y="2813314"/>
                  <a:pt x="1985433" y="2815167"/>
                  <a:pt x="1968500" y="2806700"/>
                </a:cubicBezTo>
                <a:cubicBezTo>
                  <a:pt x="1972733" y="2777067"/>
                  <a:pt x="1721908" y="2754842"/>
                  <a:pt x="1746250" y="2654300"/>
                </a:cubicBezTo>
                <a:cubicBezTo>
                  <a:pt x="1770592" y="2553758"/>
                  <a:pt x="1983317" y="2295525"/>
                  <a:pt x="2114550" y="2203450"/>
                </a:cubicBezTo>
                <a:cubicBezTo>
                  <a:pt x="2245783" y="2111375"/>
                  <a:pt x="2361968" y="2117457"/>
                  <a:pt x="2533650" y="2101850"/>
                </a:cubicBezTo>
                <a:cubicBezTo>
                  <a:pt x="2563283" y="2089150"/>
                  <a:pt x="2591736" y="2073231"/>
                  <a:pt x="2622550" y="2063750"/>
                </a:cubicBezTo>
                <a:cubicBezTo>
                  <a:pt x="2647162" y="2056177"/>
                  <a:pt x="2674321" y="2059193"/>
                  <a:pt x="2698750" y="2051050"/>
                </a:cubicBezTo>
                <a:cubicBezTo>
                  <a:pt x="2713230" y="2046223"/>
                  <a:pt x="2723198" y="2032476"/>
                  <a:pt x="2736850" y="2025650"/>
                </a:cubicBezTo>
                <a:cubicBezTo>
                  <a:pt x="2748824" y="2019663"/>
                  <a:pt x="2762250" y="2017183"/>
                  <a:pt x="2774950" y="2012950"/>
                </a:cubicBezTo>
                <a:cubicBezTo>
                  <a:pt x="2809743" y="1960761"/>
                  <a:pt x="2800350" y="1990114"/>
                  <a:pt x="2800350" y="1924050"/>
                </a:cubicBezTo>
              </a:path>
            </a:pathLst>
          </a:custGeom>
          <a:noFill/>
          <a:ln w="57150">
            <a:solidFill>
              <a:schemeClr val="accent1">
                <a:lumMod val="75000"/>
              </a:schemeClr>
            </a:solidFill>
          </a:ln>
          <a:effectLst>
            <a:glow rad="63500">
              <a:schemeClr val="accent5">
                <a:lumMod val="40000"/>
                <a:lumOff val="6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16FB290-9FD3-6F87-92F4-3CD27CF96811}"/>
              </a:ext>
            </a:extLst>
          </p:cNvPr>
          <p:cNvSpPr/>
          <p:nvPr/>
        </p:nvSpPr>
        <p:spPr>
          <a:xfrm>
            <a:off x="9105920" y="3754493"/>
            <a:ext cx="2794000" cy="1895895"/>
          </a:xfrm>
          <a:custGeom>
            <a:avLst/>
            <a:gdLst>
              <a:gd name="csX0" fmla="*/ 0 w 2578100"/>
              <a:gd name="csY0" fmla="*/ 914400 h 1600200"/>
              <a:gd name="csX1" fmla="*/ 38100 w 2578100"/>
              <a:gd name="csY1" fmla="*/ 850900 h 1600200"/>
              <a:gd name="csX2" fmla="*/ 127000 w 2578100"/>
              <a:gd name="csY2" fmla="*/ 863600 h 1600200"/>
              <a:gd name="csX3" fmla="*/ 165100 w 2578100"/>
              <a:gd name="csY3" fmla="*/ 876300 h 1600200"/>
              <a:gd name="csX4" fmla="*/ 215900 w 2578100"/>
              <a:gd name="csY4" fmla="*/ 901700 h 1600200"/>
              <a:gd name="csX5" fmla="*/ 254000 w 2578100"/>
              <a:gd name="csY5" fmla="*/ 952500 h 1600200"/>
              <a:gd name="csX6" fmla="*/ 292100 w 2578100"/>
              <a:gd name="csY6" fmla="*/ 990600 h 1600200"/>
              <a:gd name="csX7" fmla="*/ 419100 w 2578100"/>
              <a:gd name="csY7" fmla="*/ 1092200 h 1600200"/>
              <a:gd name="csX8" fmla="*/ 698500 w 2578100"/>
              <a:gd name="csY8" fmla="*/ 1079500 h 1600200"/>
              <a:gd name="csX9" fmla="*/ 787400 w 2578100"/>
              <a:gd name="csY9" fmla="*/ 1054100 h 1600200"/>
              <a:gd name="csX10" fmla="*/ 901700 w 2578100"/>
              <a:gd name="csY10" fmla="*/ 1016000 h 1600200"/>
              <a:gd name="csX11" fmla="*/ 1079500 w 2578100"/>
              <a:gd name="csY11" fmla="*/ 863600 h 1600200"/>
              <a:gd name="csX12" fmla="*/ 1168400 w 2578100"/>
              <a:gd name="csY12" fmla="*/ 723900 h 1600200"/>
              <a:gd name="csX13" fmla="*/ 1092200 w 2578100"/>
              <a:gd name="csY13" fmla="*/ 215900 h 1600200"/>
              <a:gd name="csX14" fmla="*/ 990600 w 2578100"/>
              <a:gd name="csY14" fmla="*/ 127000 h 1600200"/>
              <a:gd name="csX15" fmla="*/ 787400 w 2578100"/>
              <a:gd name="csY15" fmla="*/ 0 h 1600200"/>
              <a:gd name="csX16" fmla="*/ 698500 w 2578100"/>
              <a:gd name="csY16" fmla="*/ 12700 h 1600200"/>
              <a:gd name="csX17" fmla="*/ 673100 w 2578100"/>
              <a:gd name="csY17" fmla="*/ 76200 h 1600200"/>
              <a:gd name="csX18" fmla="*/ 698500 w 2578100"/>
              <a:gd name="csY18" fmla="*/ 406400 h 1600200"/>
              <a:gd name="csX19" fmla="*/ 787400 w 2578100"/>
              <a:gd name="csY19" fmla="*/ 546100 h 1600200"/>
              <a:gd name="csX20" fmla="*/ 876300 w 2578100"/>
              <a:gd name="csY20" fmla="*/ 647700 h 1600200"/>
              <a:gd name="csX21" fmla="*/ 914400 w 2578100"/>
              <a:gd name="csY21" fmla="*/ 660400 h 1600200"/>
              <a:gd name="csX22" fmla="*/ 990600 w 2578100"/>
              <a:gd name="csY22" fmla="*/ 673100 h 1600200"/>
              <a:gd name="csX23" fmla="*/ 1244600 w 2578100"/>
              <a:gd name="csY23" fmla="*/ 749300 h 1600200"/>
              <a:gd name="csX24" fmla="*/ 1384300 w 2578100"/>
              <a:gd name="csY24" fmla="*/ 863600 h 1600200"/>
              <a:gd name="csX25" fmla="*/ 1562100 w 2578100"/>
              <a:gd name="csY25" fmla="*/ 1054100 h 1600200"/>
              <a:gd name="csX26" fmla="*/ 1600200 w 2578100"/>
              <a:gd name="csY26" fmla="*/ 1168400 h 1600200"/>
              <a:gd name="csX27" fmla="*/ 1574800 w 2578100"/>
              <a:gd name="csY27" fmla="*/ 1333500 h 1600200"/>
              <a:gd name="csX28" fmla="*/ 1524000 w 2578100"/>
              <a:gd name="csY28" fmla="*/ 1384300 h 1600200"/>
              <a:gd name="csX29" fmla="*/ 1435100 w 2578100"/>
              <a:gd name="csY29" fmla="*/ 1422400 h 1600200"/>
              <a:gd name="csX30" fmla="*/ 1333500 w 2578100"/>
              <a:gd name="csY30" fmla="*/ 1511300 h 1600200"/>
              <a:gd name="csX31" fmla="*/ 1257300 w 2578100"/>
              <a:gd name="csY31" fmla="*/ 1562100 h 1600200"/>
              <a:gd name="csX32" fmla="*/ 1206500 w 2578100"/>
              <a:gd name="csY32" fmla="*/ 1600200 h 1600200"/>
              <a:gd name="csX33" fmla="*/ 1066800 w 2578100"/>
              <a:gd name="csY33" fmla="*/ 1536700 h 1600200"/>
              <a:gd name="csX34" fmla="*/ 1028700 w 2578100"/>
              <a:gd name="csY34" fmla="*/ 1333500 h 1600200"/>
              <a:gd name="csX35" fmla="*/ 1117600 w 2578100"/>
              <a:gd name="csY35" fmla="*/ 1231900 h 1600200"/>
              <a:gd name="csX36" fmla="*/ 1308100 w 2578100"/>
              <a:gd name="csY36" fmla="*/ 1041400 h 1600200"/>
              <a:gd name="csX37" fmla="*/ 1511300 w 2578100"/>
              <a:gd name="csY37" fmla="*/ 927100 h 1600200"/>
              <a:gd name="csX38" fmla="*/ 1765300 w 2578100"/>
              <a:gd name="csY38" fmla="*/ 800100 h 1600200"/>
              <a:gd name="csX39" fmla="*/ 1854200 w 2578100"/>
              <a:gd name="csY39" fmla="*/ 723900 h 1600200"/>
              <a:gd name="csX40" fmla="*/ 1993900 w 2578100"/>
              <a:gd name="csY40" fmla="*/ 571500 h 1600200"/>
              <a:gd name="csX41" fmla="*/ 2019300 w 2578100"/>
              <a:gd name="csY41" fmla="*/ 508000 h 1600200"/>
              <a:gd name="csX42" fmla="*/ 2006600 w 2578100"/>
              <a:gd name="csY42" fmla="*/ 317500 h 1600200"/>
              <a:gd name="csX43" fmla="*/ 1968500 w 2578100"/>
              <a:gd name="csY43" fmla="*/ 266700 h 1600200"/>
              <a:gd name="csX44" fmla="*/ 1917700 w 2578100"/>
              <a:gd name="csY44" fmla="*/ 254000 h 1600200"/>
              <a:gd name="csX45" fmla="*/ 1816100 w 2578100"/>
              <a:gd name="csY45" fmla="*/ 279400 h 1600200"/>
              <a:gd name="csX46" fmla="*/ 1790700 w 2578100"/>
              <a:gd name="csY46" fmla="*/ 317500 h 1600200"/>
              <a:gd name="csX47" fmla="*/ 1701800 w 2578100"/>
              <a:gd name="csY47" fmla="*/ 419100 h 1600200"/>
              <a:gd name="csX48" fmla="*/ 1739900 w 2578100"/>
              <a:gd name="csY48" fmla="*/ 723900 h 1600200"/>
              <a:gd name="csX49" fmla="*/ 1828800 w 2578100"/>
              <a:gd name="csY49" fmla="*/ 800100 h 1600200"/>
              <a:gd name="csX50" fmla="*/ 2006600 w 2578100"/>
              <a:gd name="csY50" fmla="*/ 977900 h 1600200"/>
              <a:gd name="csX51" fmla="*/ 2082800 w 2578100"/>
              <a:gd name="csY51" fmla="*/ 1066800 h 1600200"/>
              <a:gd name="csX52" fmla="*/ 2120900 w 2578100"/>
              <a:gd name="csY52" fmla="*/ 1092200 h 1600200"/>
              <a:gd name="csX53" fmla="*/ 2324100 w 2578100"/>
              <a:gd name="csY53" fmla="*/ 1143000 h 1600200"/>
              <a:gd name="csX54" fmla="*/ 2565400 w 2578100"/>
              <a:gd name="csY54" fmla="*/ 1028700 h 1600200"/>
              <a:gd name="csX55" fmla="*/ 2578100 w 2578100"/>
              <a:gd name="csY55" fmla="*/ 1003300 h 1600200"/>
              <a:gd name="csX0" fmla="*/ 38932 w 2540832"/>
              <a:gd name="csY0" fmla="*/ 774700 h 1600200"/>
              <a:gd name="csX1" fmla="*/ 832 w 2540832"/>
              <a:gd name="csY1" fmla="*/ 850900 h 1600200"/>
              <a:gd name="csX2" fmla="*/ 89732 w 2540832"/>
              <a:gd name="csY2" fmla="*/ 863600 h 1600200"/>
              <a:gd name="csX3" fmla="*/ 127832 w 2540832"/>
              <a:gd name="csY3" fmla="*/ 876300 h 1600200"/>
              <a:gd name="csX4" fmla="*/ 178632 w 2540832"/>
              <a:gd name="csY4" fmla="*/ 901700 h 1600200"/>
              <a:gd name="csX5" fmla="*/ 216732 w 2540832"/>
              <a:gd name="csY5" fmla="*/ 952500 h 1600200"/>
              <a:gd name="csX6" fmla="*/ 254832 w 2540832"/>
              <a:gd name="csY6" fmla="*/ 990600 h 1600200"/>
              <a:gd name="csX7" fmla="*/ 381832 w 2540832"/>
              <a:gd name="csY7" fmla="*/ 1092200 h 1600200"/>
              <a:gd name="csX8" fmla="*/ 661232 w 2540832"/>
              <a:gd name="csY8" fmla="*/ 1079500 h 1600200"/>
              <a:gd name="csX9" fmla="*/ 750132 w 2540832"/>
              <a:gd name="csY9" fmla="*/ 1054100 h 1600200"/>
              <a:gd name="csX10" fmla="*/ 864432 w 2540832"/>
              <a:gd name="csY10" fmla="*/ 1016000 h 1600200"/>
              <a:gd name="csX11" fmla="*/ 1042232 w 2540832"/>
              <a:gd name="csY11" fmla="*/ 863600 h 1600200"/>
              <a:gd name="csX12" fmla="*/ 1131132 w 2540832"/>
              <a:gd name="csY12" fmla="*/ 723900 h 1600200"/>
              <a:gd name="csX13" fmla="*/ 1054932 w 2540832"/>
              <a:gd name="csY13" fmla="*/ 215900 h 1600200"/>
              <a:gd name="csX14" fmla="*/ 953332 w 2540832"/>
              <a:gd name="csY14" fmla="*/ 127000 h 1600200"/>
              <a:gd name="csX15" fmla="*/ 750132 w 2540832"/>
              <a:gd name="csY15" fmla="*/ 0 h 1600200"/>
              <a:gd name="csX16" fmla="*/ 661232 w 2540832"/>
              <a:gd name="csY16" fmla="*/ 12700 h 1600200"/>
              <a:gd name="csX17" fmla="*/ 635832 w 2540832"/>
              <a:gd name="csY17" fmla="*/ 76200 h 1600200"/>
              <a:gd name="csX18" fmla="*/ 661232 w 2540832"/>
              <a:gd name="csY18" fmla="*/ 406400 h 1600200"/>
              <a:gd name="csX19" fmla="*/ 750132 w 2540832"/>
              <a:gd name="csY19" fmla="*/ 546100 h 1600200"/>
              <a:gd name="csX20" fmla="*/ 839032 w 2540832"/>
              <a:gd name="csY20" fmla="*/ 647700 h 1600200"/>
              <a:gd name="csX21" fmla="*/ 877132 w 2540832"/>
              <a:gd name="csY21" fmla="*/ 660400 h 1600200"/>
              <a:gd name="csX22" fmla="*/ 953332 w 2540832"/>
              <a:gd name="csY22" fmla="*/ 673100 h 1600200"/>
              <a:gd name="csX23" fmla="*/ 1207332 w 2540832"/>
              <a:gd name="csY23" fmla="*/ 749300 h 1600200"/>
              <a:gd name="csX24" fmla="*/ 1347032 w 2540832"/>
              <a:gd name="csY24" fmla="*/ 863600 h 1600200"/>
              <a:gd name="csX25" fmla="*/ 1524832 w 2540832"/>
              <a:gd name="csY25" fmla="*/ 1054100 h 1600200"/>
              <a:gd name="csX26" fmla="*/ 1562932 w 2540832"/>
              <a:gd name="csY26" fmla="*/ 1168400 h 1600200"/>
              <a:gd name="csX27" fmla="*/ 1537532 w 2540832"/>
              <a:gd name="csY27" fmla="*/ 1333500 h 1600200"/>
              <a:gd name="csX28" fmla="*/ 1486732 w 2540832"/>
              <a:gd name="csY28" fmla="*/ 1384300 h 1600200"/>
              <a:gd name="csX29" fmla="*/ 1397832 w 2540832"/>
              <a:gd name="csY29" fmla="*/ 1422400 h 1600200"/>
              <a:gd name="csX30" fmla="*/ 1296232 w 2540832"/>
              <a:gd name="csY30" fmla="*/ 1511300 h 1600200"/>
              <a:gd name="csX31" fmla="*/ 1220032 w 2540832"/>
              <a:gd name="csY31" fmla="*/ 1562100 h 1600200"/>
              <a:gd name="csX32" fmla="*/ 1169232 w 2540832"/>
              <a:gd name="csY32" fmla="*/ 1600200 h 1600200"/>
              <a:gd name="csX33" fmla="*/ 1029532 w 2540832"/>
              <a:gd name="csY33" fmla="*/ 1536700 h 1600200"/>
              <a:gd name="csX34" fmla="*/ 991432 w 2540832"/>
              <a:gd name="csY34" fmla="*/ 1333500 h 1600200"/>
              <a:gd name="csX35" fmla="*/ 1080332 w 2540832"/>
              <a:gd name="csY35" fmla="*/ 1231900 h 1600200"/>
              <a:gd name="csX36" fmla="*/ 1270832 w 2540832"/>
              <a:gd name="csY36" fmla="*/ 1041400 h 1600200"/>
              <a:gd name="csX37" fmla="*/ 1474032 w 2540832"/>
              <a:gd name="csY37" fmla="*/ 927100 h 1600200"/>
              <a:gd name="csX38" fmla="*/ 1728032 w 2540832"/>
              <a:gd name="csY38" fmla="*/ 800100 h 1600200"/>
              <a:gd name="csX39" fmla="*/ 1816932 w 2540832"/>
              <a:gd name="csY39" fmla="*/ 723900 h 1600200"/>
              <a:gd name="csX40" fmla="*/ 1956632 w 2540832"/>
              <a:gd name="csY40" fmla="*/ 571500 h 1600200"/>
              <a:gd name="csX41" fmla="*/ 1982032 w 2540832"/>
              <a:gd name="csY41" fmla="*/ 508000 h 1600200"/>
              <a:gd name="csX42" fmla="*/ 1969332 w 2540832"/>
              <a:gd name="csY42" fmla="*/ 317500 h 1600200"/>
              <a:gd name="csX43" fmla="*/ 1931232 w 2540832"/>
              <a:gd name="csY43" fmla="*/ 266700 h 1600200"/>
              <a:gd name="csX44" fmla="*/ 1880432 w 2540832"/>
              <a:gd name="csY44" fmla="*/ 254000 h 1600200"/>
              <a:gd name="csX45" fmla="*/ 1778832 w 2540832"/>
              <a:gd name="csY45" fmla="*/ 279400 h 1600200"/>
              <a:gd name="csX46" fmla="*/ 1753432 w 2540832"/>
              <a:gd name="csY46" fmla="*/ 317500 h 1600200"/>
              <a:gd name="csX47" fmla="*/ 1664532 w 2540832"/>
              <a:gd name="csY47" fmla="*/ 419100 h 1600200"/>
              <a:gd name="csX48" fmla="*/ 1702632 w 2540832"/>
              <a:gd name="csY48" fmla="*/ 723900 h 1600200"/>
              <a:gd name="csX49" fmla="*/ 1791532 w 2540832"/>
              <a:gd name="csY49" fmla="*/ 800100 h 1600200"/>
              <a:gd name="csX50" fmla="*/ 1969332 w 2540832"/>
              <a:gd name="csY50" fmla="*/ 977900 h 1600200"/>
              <a:gd name="csX51" fmla="*/ 2045532 w 2540832"/>
              <a:gd name="csY51" fmla="*/ 1066800 h 1600200"/>
              <a:gd name="csX52" fmla="*/ 2083632 w 2540832"/>
              <a:gd name="csY52" fmla="*/ 1092200 h 1600200"/>
              <a:gd name="csX53" fmla="*/ 2286832 w 2540832"/>
              <a:gd name="csY53" fmla="*/ 1143000 h 1600200"/>
              <a:gd name="csX54" fmla="*/ 2528132 w 2540832"/>
              <a:gd name="csY54" fmla="*/ 1028700 h 1600200"/>
              <a:gd name="csX55" fmla="*/ 2540832 w 2540832"/>
              <a:gd name="csY55" fmla="*/ 1003300 h 1600200"/>
              <a:gd name="csX0" fmla="*/ 0 w 2501900"/>
              <a:gd name="csY0" fmla="*/ 774700 h 1600200"/>
              <a:gd name="csX1" fmla="*/ 107950 w 2501900"/>
              <a:gd name="csY1" fmla="*/ 781050 h 1600200"/>
              <a:gd name="csX2" fmla="*/ 50800 w 2501900"/>
              <a:gd name="csY2" fmla="*/ 863600 h 1600200"/>
              <a:gd name="csX3" fmla="*/ 88900 w 2501900"/>
              <a:gd name="csY3" fmla="*/ 876300 h 1600200"/>
              <a:gd name="csX4" fmla="*/ 139700 w 2501900"/>
              <a:gd name="csY4" fmla="*/ 901700 h 1600200"/>
              <a:gd name="csX5" fmla="*/ 177800 w 2501900"/>
              <a:gd name="csY5" fmla="*/ 952500 h 1600200"/>
              <a:gd name="csX6" fmla="*/ 215900 w 2501900"/>
              <a:gd name="csY6" fmla="*/ 990600 h 1600200"/>
              <a:gd name="csX7" fmla="*/ 342900 w 2501900"/>
              <a:gd name="csY7" fmla="*/ 1092200 h 1600200"/>
              <a:gd name="csX8" fmla="*/ 622300 w 2501900"/>
              <a:gd name="csY8" fmla="*/ 1079500 h 1600200"/>
              <a:gd name="csX9" fmla="*/ 711200 w 2501900"/>
              <a:gd name="csY9" fmla="*/ 1054100 h 1600200"/>
              <a:gd name="csX10" fmla="*/ 825500 w 2501900"/>
              <a:gd name="csY10" fmla="*/ 1016000 h 1600200"/>
              <a:gd name="csX11" fmla="*/ 1003300 w 2501900"/>
              <a:gd name="csY11" fmla="*/ 863600 h 1600200"/>
              <a:gd name="csX12" fmla="*/ 1092200 w 2501900"/>
              <a:gd name="csY12" fmla="*/ 723900 h 1600200"/>
              <a:gd name="csX13" fmla="*/ 1016000 w 2501900"/>
              <a:gd name="csY13" fmla="*/ 215900 h 1600200"/>
              <a:gd name="csX14" fmla="*/ 914400 w 2501900"/>
              <a:gd name="csY14" fmla="*/ 127000 h 1600200"/>
              <a:gd name="csX15" fmla="*/ 711200 w 2501900"/>
              <a:gd name="csY15" fmla="*/ 0 h 1600200"/>
              <a:gd name="csX16" fmla="*/ 622300 w 2501900"/>
              <a:gd name="csY16" fmla="*/ 12700 h 1600200"/>
              <a:gd name="csX17" fmla="*/ 596900 w 2501900"/>
              <a:gd name="csY17" fmla="*/ 76200 h 1600200"/>
              <a:gd name="csX18" fmla="*/ 622300 w 2501900"/>
              <a:gd name="csY18" fmla="*/ 406400 h 1600200"/>
              <a:gd name="csX19" fmla="*/ 711200 w 2501900"/>
              <a:gd name="csY19" fmla="*/ 546100 h 1600200"/>
              <a:gd name="csX20" fmla="*/ 800100 w 2501900"/>
              <a:gd name="csY20" fmla="*/ 647700 h 1600200"/>
              <a:gd name="csX21" fmla="*/ 838200 w 2501900"/>
              <a:gd name="csY21" fmla="*/ 660400 h 1600200"/>
              <a:gd name="csX22" fmla="*/ 914400 w 2501900"/>
              <a:gd name="csY22" fmla="*/ 673100 h 1600200"/>
              <a:gd name="csX23" fmla="*/ 1168400 w 2501900"/>
              <a:gd name="csY23" fmla="*/ 749300 h 1600200"/>
              <a:gd name="csX24" fmla="*/ 1308100 w 2501900"/>
              <a:gd name="csY24" fmla="*/ 863600 h 1600200"/>
              <a:gd name="csX25" fmla="*/ 1485900 w 2501900"/>
              <a:gd name="csY25" fmla="*/ 1054100 h 1600200"/>
              <a:gd name="csX26" fmla="*/ 1524000 w 2501900"/>
              <a:gd name="csY26" fmla="*/ 1168400 h 1600200"/>
              <a:gd name="csX27" fmla="*/ 1498600 w 2501900"/>
              <a:gd name="csY27" fmla="*/ 1333500 h 1600200"/>
              <a:gd name="csX28" fmla="*/ 1447800 w 2501900"/>
              <a:gd name="csY28" fmla="*/ 1384300 h 1600200"/>
              <a:gd name="csX29" fmla="*/ 1358900 w 2501900"/>
              <a:gd name="csY29" fmla="*/ 1422400 h 1600200"/>
              <a:gd name="csX30" fmla="*/ 1257300 w 2501900"/>
              <a:gd name="csY30" fmla="*/ 1511300 h 1600200"/>
              <a:gd name="csX31" fmla="*/ 1181100 w 2501900"/>
              <a:gd name="csY31" fmla="*/ 1562100 h 1600200"/>
              <a:gd name="csX32" fmla="*/ 1130300 w 2501900"/>
              <a:gd name="csY32" fmla="*/ 1600200 h 1600200"/>
              <a:gd name="csX33" fmla="*/ 990600 w 2501900"/>
              <a:gd name="csY33" fmla="*/ 1536700 h 1600200"/>
              <a:gd name="csX34" fmla="*/ 952500 w 2501900"/>
              <a:gd name="csY34" fmla="*/ 1333500 h 1600200"/>
              <a:gd name="csX35" fmla="*/ 1041400 w 2501900"/>
              <a:gd name="csY35" fmla="*/ 1231900 h 1600200"/>
              <a:gd name="csX36" fmla="*/ 1231900 w 2501900"/>
              <a:gd name="csY36" fmla="*/ 1041400 h 1600200"/>
              <a:gd name="csX37" fmla="*/ 1435100 w 2501900"/>
              <a:gd name="csY37" fmla="*/ 927100 h 1600200"/>
              <a:gd name="csX38" fmla="*/ 1689100 w 2501900"/>
              <a:gd name="csY38" fmla="*/ 800100 h 1600200"/>
              <a:gd name="csX39" fmla="*/ 1778000 w 2501900"/>
              <a:gd name="csY39" fmla="*/ 723900 h 1600200"/>
              <a:gd name="csX40" fmla="*/ 1917700 w 2501900"/>
              <a:gd name="csY40" fmla="*/ 571500 h 1600200"/>
              <a:gd name="csX41" fmla="*/ 1943100 w 2501900"/>
              <a:gd name="csY41" fmla="*/ 508000 h 1600200"/>
              <a:gd name="csX42" fmla="*/ 1930400 w 2501900"/>
              <a:gd name="csY42" fmla="*/ 317500 h 1600200"/>
              <a:gd name="csX43" fmla="*/ 1892300 w 2501900"/>
              <a:gd name="csY43" fmla="*/ 266700 h 1600200"/>
              <a:gd name="csX44" fmla="*/ 1841500 w 2501900"/>
              <a:gd name="csY44" fmla="*/ 254000 h 1600200"/>
              <a:gd name="csX45" fmla="*/ 1739900 w 2501900"/>
              <a:gd name="csY45" fmla="*/ 279400 h 1600200"/>
              <a:gd name="csX46" fmla="*/ 1714500 w 2501900"/>
              <a:gd name="csY46" fmla="*/ 317500 h 1600200"/>
              <a:gd name="csX47" fmla="*/ 1625600 w 2501900"/>
              <a:gd name="csY47" fmla="*/ 419100 h 1600200"/>
              <a:gd name="csX48" fmla="*/ 1663700 w 2501900"/>
              <a:gd name="csY48" fmla="*/ 723900 h 1600200"/>
              <a:gd name="csX49" fmla="*/ 1752600 w 2501900"/>
              <a:gd name="csY49" fmla="*/ 800100 h 1600200"/>
              <a:gd name="csX50" fmla="*/ 1930400 w 2501900"/>
              <a:gd name="csY50" fmla="*/ 977900 h 1600200"/>
              <a:gd name="csX51" fmla="*/ 2006600 w 2501900"/>
              <a:gd name="csY51" fmla="*/ 1066800 h 1600200"/>
              <a:gd name="csX52" fmla="*/ 2044700 w 2501900"/>
              <a:gd name="csY52" fmla="*/ 1092200 h 1600200"/>
              <a:gd name="csX53" fmla="*/ 2247900 w 2501900"/>
              <a:gd name="csY53" fmla="*/ 1143000 h 1600200"/>
              <a:gd name="csX54" fmla="*/ 2489200 w 2501900"/>
              <a:gd name="csY54" fmla="*/ 1028700 h 1600200"/>
              <a:gd name="csX55" fmla="*/ 2501900 w 2501900"/>
              <a:gd name="csY55" fmla="*/ 1003300 h 1600200"/>
              <a:gd name="csX0" fmla="*/ 0 w 2501900"/>
              <a:gd name="csY0" fmla="*/ 774700 h 1600200"/>
              <a:gd name="csX1" fmla="*/ 107950 w 2501900"/>
              <a:gd name="csY1" fmla="*/ 781050 h 1600200"/>
              <a:gd name="csX2" fmla="*/ 50800 w 2501900"/>
              <a:gd name="csY2" fmla="*/ 863600 h 1600200"/>
              <a:gd name="csX3" fmla="*/ 88900 w 2501900"/>
              <a:gd name="csY3" fmla="*/ 876300 h 1600200"/>
              <a:gd name="csX4" fmla="*/ 139700 w 2501900"/>
              <a:gd name="csY4" fmla="*/ 901700 h 1600200"/>
              <a:gd name="csX5" fmla="*/ 177800 w 2501900"/>
              <a:gd name="csY5" fmla="*/ 952500 h 1600200"/>
              <a:gd name="csX6" fmla="*/ 215900 w 2501900"/>
              <a:gd name="csY6" fmla="*/ 990600 h 1600200"/>
              <a:gd name="csX7" fmla="*/ 342900 w 2501900"/>
              <a:gd name="csY7" fmla="*/ 1092200 h 1600200"/>
              <a:gd name="csX8" fmla="*/ 622300 w 2501900"/>
              <a:gd name="csY8" fmla="*/ 1079500 h 1600200"/>
              <a:gd name="csX9" fmla="*/ 711200 w 2501900"/>
              <a:gd name="csY9" fmla="*/ 1054100 h 1600200"/>
              <a:gd name="csX10" fmla="*/ 825500 w 2501900"/>
              <a:gd name="csY10" fmla="*/ 1016000 h 1600200"/>
              <a:gd name="csX11" fmla="*/ 1003300 w 2501900"/>
              <a:gd name="csY11" fmla="*/ 863600 h 1600200"/>
              <a:gd name="csX12" fmla="*/ 958850 w 2501900"/>
              <a:gd name="csY12" fmla="*/ 400050 h 1600200"/>
              <a:gd name="csX13" fmla="*/ 1016000 w 2501900"/>
              <a:gd name="csY13" fmla="*/ 215900 h 1600200"/>
              <a:gd name="csX14" fmla="*/ 914400 w 2501900"/>
              <a:gd name="csY14" fmla="*/ 127000 h 1600200"/>
              <a:gd name="csX15" fmla="*/ 711200 w 2501900"/>
              <a:gd name="csY15" fmla="*/ 0 h 1600200"/>
              <a:gd name="csX16" fmla="*/ 622300 w 2501900"/>
              <a:gd name="csY16" fmla="*/ 12700 h 1600200"/>
              <a:gd name="csX17" fmla="*/ 596900 w 2501900"/>
              <a:gd name="csY17" fmla="*/ 76200 h 1600200"/>
              <a:gd name="csX18" fmla="*/ 622300 w 2501900"/>
              <a:gd name="csY18" fmla="*/ 406400 h 1600200"/>
              <a:gd name="csX19" fmla="*/ 711200 w 2501900"/>
              <a:gd name="csY19" fmla="*/ 546100 h 1600200"/>
              <a:gd name="csX20" fmla="*/ 800100 w 2501900"/>
              <a:gd name="csY20" fmla="*/ 647700 h 1600200"/>
              <a:gd name="csX21" fmla="*/ 838200 w 2501900"/>
              <a:gd name="csY21" fmla="*/ 660400 h 1600200"/>
              <a:gd name="csX22" fmla="*/ 914400 w 2501900"/>
              <a:gd name="csY22" fmla="*/ 673100 h 1600200"/>
              <a:gd name="csX23" fmla="*/ 1168400 w 2501900"/>
              <a:gd name="csY23" fmla="*/ 749300 h 1600200"/>
              <a:gd name="csX24" fmla="*/ 1308100 w 2501900"/>
              <a:gd name="csY24" fmla="*/ 863600 h 1600200"/>
              <a:gd name="csX25" fmla="*/ 1485900 w 2501900"/>
              <a:gd name="csY25" fmla="*/ 1054100 h 1600200"/>
              <a:gd name="csX26" fmla="*/ 1524000 w 2501900"/>
              <a:gd name="csY26" fmla="*/ 1168400 h 1600200"/>
              <a:gd name="csX27" fmla="*/ 1498600 w 2501900"/>
              <a:gd name="csY27" fmla="*/ 1333500 h 1600200"/>
              <a:gd name="csX28" fmla="*/ 1447800 w 2501900"/>
              <a:gd name="csY28" fmla="*/ 1384300 h 1600200"/>
              <a:gd name="csX29" fmla="*/ 1358900 w 2501900"/>
              <a:gd name="csY29" fmla="*/ 1422400 h 1600200"/>
              <a:gd name="csX30" fmla="*/ 1257300 w 2501900"/>
              <a:gd name="csY30" fmla="*/ 1511300 h 1600200"/>
              <a:gd name="csX31" fmla="*/ 1181100 w 2501900"/>
              <a:gd name="csY31" fmla="*/ 1562100 h 1600200"/>
              <a:gd name="csX32" fmla="*/ 1130300 w 2501900"/>
              <a:gd name="csY32" fmla="*/ 1600200 h 1600200"/>
              <a:gd name="csX33" fmla="*/ 990600 w 2501900"/>
              <a:gd name="csY33" fmla="*/ 1536700 h 1600200"/>
              <a:gd name="csX34" fmla="*/ 952500 w 2501900"/>
              <a:gd name="csY34" fmla="*/ 1333500 h 1600200"/>
              <a:gd name="csX35" fmla="*/ 1041400 w 2501900"/>
              <a:gd name="csY35" fmla="*/ 1231900 h 1600200"/>
              <a:gd name="csX36" fmla="*/ 1231900 w 2501900"/>
              <a:gd name="csY36" fmla="*/ 1041400 h 1600200"/>
              <a:gd name="csX37" fmla="*/ 1435100 w 2501900"/>
              <a:gd name="csY37" fmla="*/ 927100 h 1600200"/>
              <a:gd name="csX38" fmla="*/ 1689100 w 2501900"/>
              <a:gd name="csY38" fmla="*/ 800100 h 1600200"/>
              <a:gd name="csX39" fmla="*/ 1778000 w 2501900"/>
              <a:gd name="csY39" fmla="*/ 723900 h 1600200"/>
              <a:gd name="csX40" fmla="*/ 1917700 w 2501900"/>
              <a:gd name="csY40" fmla="*/ 571500 h 1600200"/>
              <a:gd name="csX41" fmla="*/ 1943100 w 2501900"/>
              <a:gd name="csY41" fmla="*/ 508000 h 1600200"/>
              <a:gd name="csX42" fmla="*/ 1930400 w 2501900"/>
              <a:gd name="csY42" fmla="*/ 317500 h 1600200"/>
              <a:gd name="csX43" fmla="*/ 1892300 w 2501900"/>
              <a:gd name="csY43" fmla="*/ 266700 h 1600200"/>
              <a:gd name="csX44" fmla="*/ 1841500 w 2501900"/>
              <a:gd name="csY44" fmla="*/ 254000 h 1600200"/>
              <a:gd name="csX45" fmla="*/ 1739900 w 2501900"/>
              <a:gd name="csY45" fmla="*/ 279400 h 1600200"/>
              <a:gd name="csX46" fmla="*/ 1714500 w 2501900"/>
              <a:gd name="csY46" fmla="*/ 317500 h 1600200"/>
              <a:gd name="csX47" fmla="*/ 1625600 w 2501900"/>
              <a:gd name="csY47" fmla="*/ 419100 h 1600200"/>
              <a:gd name="csX48" fmla="*/ 1663700 w 2501900"/>
              <a:gd name="csY48" fmla="*/ 723900 h 1600200"/>
              <a:gd name="csX49" fmla="*/ 1752600 w 2501900"/>
              <a:gd name="csY49" fmla="*/ 800100 h 1600200"/>
              <a:gd name="csX50" fmla="*/ 1930400 w 2501900"/>
              <a:gd name="csY50" fmla="*/ 977900 h 1600200"/>
              <a:gd name="csX51" fmla="*/ 2006600 w 2501900"/>
              <a:gd name="csY51" fmla="*/ 1066800 h 1600200"/>
              <a:gd name="csX52" fmla="*/ 2044700 w 2501900"/>
              <a:gd name="csY52" fmla="*/ 1092200 h 1600200"/>
              <a:gd name="csX53" fmla="*/ 2247900 w 2501900"/>
              <a:gd name="csY53" fmla="*/ 1143000 h 1600200"/>
              <a:gd name="csX54" fmla="*/ 2489200 w 2501900"/>
              <a:gd name="csY54" fmla="*/ 1028700 h 1600200"/>
              <a:gd name="csX55" fmla="*/ 2501900 w 2501900"/>
              <a:gd name="csY55" fmla="*/ 1003300 h 1600200"/>
              <a:gd name="csX0" fmla="*/ 0 w 2501900"/>
              <a:gd name="csY0" fmla="*/ 774700 h 1600200"/>
              <a:gd name="csX1" fmla="*/ 107950 w 2501900"/>
              <a:gd name="csY1" fmla="*/ 781050 h 1600200"/>
              <a:gd name="csX2" fmla="*/ 50800 w 2501900"/>
              <a:gd name="csY2" fmla="*/ 863600 h 1600200"/>
              <a:gd name="csX3" fmla="*/ 88900 w 2501900"/>
              <a:gd name="csY3" fmla="*/ 876300 h 1600200"/>
              <a:gd name="csX4" fmla="*/ 139700 w 2501900"/>
              <a:gd name="csY4" fmla="*/ 901700 h 1600200"/>
              <a:gd name="csX5" fmla="*/ 177800 w 2501900"/>
              <a:gd name="csY5" fmla="*/ 952500 h 1600200"/>
              <a:gd name="csX6" fmla="*/ 215900 w 2501900"/>
              <a:gd name="csY6" fmla="*/ 990600 h 1600200"/>
              <a:gd name="csX7" fmla="*/ 342900 w 2501900"/>
              <a:gd name="csY7" fmla="*/ 1092200 h 1600200"/>
              <a:gd name="csX8" fmla="*/ 622300 w 2501900"/>
              <a:gd name="csY8" fmla="*/ 1079500 h 1600200"/>
              <a:gd name="csX9" fmla="*/ 711200 w 2501900"/>
              <a:gd name="csY9" fmla="*/ 1054100 h 1600200"/>
              <a:gd name="csX10" fmla="*/ 825500 w 2501900"/>
              <a:gd name="csY10" fmla="*/ 1016000 h 1600200"/>
              <a:gd name="csX11" fmla="*/ 1003300 w 2501900"/>
              <a:gd name="csY11" fmla="*/ 863600 h 1600200"/>
              <a:gd name="csX12" fmla="*/ 958850 w 2501900"/>
              <a:gd name="csY12" fmla="*/ 400050 h 1600200"/>
              <a:gd name="csX13" fmla="*/ 1016000 w 2501900"/>
              <a:gd name="csY13" fmla="*/ 215900 h 1600200"/>
              <a:gd name="csX14" fmla="*/ 914400 w 2501900"/>
              <a:gd name="csY14" fmla="*/ 127000 h 1600200"/>
              <a:gd name="csX15" fmla="*/ 711200 w 2501900"/>
              <a:gd name="csY15" fmla="*/ 0 h 1600200"/>
              <a:gd name="csX16" fmla="*/ 825500 w 2501900"/>
              <a:gd name="csY16" fmla="*/ 241300 h 1600200"/>
              <a:gd name="csX17" fmla="*/ 596900 w 2501900"/>
              <a:gd name="csY17" fmla="*/ 76200 h 1600200"/>
              <a:gd name="csX18" fmla="*/ 622300 w 2501900"/>
              <a:gd name="csY18" fmla="*/ 406400 h 1600200"/>
              <a:gd name="csX19" fmla="*/ 711200 w 2501900"/>
              <a:gd name="csY19" fmla="*/ 546100 h 1600200"/>
              <a:gd name="csX20" fmla="*/ 800100 w 2501900"/>
              <a:gd name="csY20" fmla="*/ 647700 h 1600200"/>
              <a:gd name="csX21" fmla="*/ 838200 w 2501900"/>
              <a:gd name="csY21" fmla="*/ 660400 h 1600200"/>
              <a:gd name="csX22" fmla="*/ 914400 w 2501900"/>
              <a:gd name="csY22" fmla="*/ 673100 h 1600200"/>
              <a:gd name="csX23" fmla="*/ 1168400 w 2501900"/>
              <a:gd name="csY23" fmla="*/ 749300 h 1600200"/>
              <a:gd name="csX24" fmla="*/ 1308100 w 2501900"/>
              <a:gd name="csY24" fmla="*/ 863600 h 1600200"/>
              <a:gd name="csX25" fmla="*/ 1485900 w 2501900"/>
              <a:gd name="csY25" fmla="*/ 1054100 h 1600200"/>
              <a:gd name="csX26" fmla="*/ 1524000 w 2501900"/>
              <a:gd name="csY26" fmla="*/ 1168400 h 1600200"/>
              <a:gd name="csX27" fmla="*/ 1498600 w 2501900"/>
              <a:gd name="csY27" fmla="*/ 1333500 h 1600200"/>
              <a:gd name="csX28" fmla="*/ 1447800 w 2501900"/>
              <a:gd name="csY28" fmla="*/ 1384300 h 1600200"/>
              <a:gd name="csX29" fmla="*/ 1358900 w 2501900"/>
              <a:gd name="csY29" fmla="*/ 1422400 h 1600200"/>
              <a:gd name="csX30" fmla="*/ 1257300 w 2501900"/>
              <a:gd name="csY30" fmla="*/ 1511300 h 1600200"/>
              <a:gd name="csX31" fmla="*/ 1181100 w 2501900"/>
              <a:gd name="csY31" fmla="*/ 1562100 h 1600200"/>
              <a:gd name="csX32" fmla="*/ 1130300 w 2501900"/>
              <a:gd name="csY32" fmla="*/ 1600200 h 1600200"/>
              <a:gd name="csX33" fmla="*/ 990600 w 2501900"/>
              <a:gd name="csY33" fmla="*/ 1536700 h 1600200"/>
              <a:gd name="csX34" fmla="*/ 952500 w 2501900"/>
              <a:gd name="csY34" fmla="*/ 1333500 h 1600200"/>
              <a:gd name="csX35" fmla="*/ 1041400 w 2501900"/>
              <a:gd name="csY35" fmla="*/ 1231900 h 1600200"/>
              <a:gd name="csX36" fmla="*/ 1231900 w 2501900"/>
              <a:gd name="csY36" fmla="*/ 1041400 h 1600200"/>
              <a:gd name="csX37" fmla="*/ 1435100 w 2501900"/>
              <a:gd name="csY37" fmla="*/ 927100 h 1600200"/>
              <a:gd name="csX38" fmla="*/ 1689100 w 2501900"/>
              <a:gd name="csY38" fmla="*/ 800100 h 1600200"/>
              <a:gd name="csX39" fmla="*/ 1778000 w 2501900"/>
              <a:gd name="csY39" fmla="*/ 723900 h 1600200"/>
              <a:gd name="csX40" fmla="*/ 1917700 w 2501900"/>
              <a:gd name="csY40" fmla="*/ 571500 h 1600200"/>
              <a:gd name="csX41" fmla="*/ 1943100 w 2501900"/>
              <a:gd name="csY41" fmla="*/ 508000 h 1600200"/>
              <a:gd name="csX42" fmla="*/ 1930400 w 2501900"/>
              <a:gd name="csY42" fmla="*/ 317500 h 1600200"/>
              <a:gd name="csX43" fmla="*/ 1892300 w 2501900"/>
              <a:gd name="csY43" fmla="*/ 266700 h 1600200"/>
              <a:gd name="csX44" fmla="*/ 1841500 w 2501900"/>
              <a:gd name="csY44" fmla="*/ 254000 h 1600200"/>
              <a:gd name="csX45" fmla="*/ 1739900 w 2501900"/>
              <a:gd name="csY45" fmla="*/ 279400 h 1600200"/>
              <a:gd name="csX46" fmla="*/ 1714500 w 2501900"/>
              <a:gd name="csY46" fmla="*/ 317500 h 1600200"/>
              <a:gd name="csX47" fmla="*/ 1625600 w 2501900"/>
              <a:gd name="csY47" fmla="*/ 419100 h 1600200"/>
              <a:gd name="csX48" fmla="*/ 1663700 w 2501900"/>
              <a:gd name="csY48" fmla="*/ 723900 h 1600200"/>
              <a:gd name="csX49" fmla="*/ 1752600 w 2501900"/>
              <a:gd name="csY49" fmla="*/ 800100 h 1600200"/>
              <a:gd name="csX50" fmla="*/ 1930400 w 2501900"/>
              <a:gd name="csY50" fmla="*/ 977900 h 1600200"/>
              <a:gd name="csX51" fmla="*/ 2006600 w 2501900"/>
              <a:gd name="csY51" fmla="*/ 1066800 h 1600200"/>
              <a:gd name="csX52" fmla="*/ 2044700 w 2501900"/>
              <a:gd name="csY52" fmla="*/ 1092200 h 1600200"/>
              <a:gd name="csX53" fmla="*/ 2247900 w 2501900"/>
              <a:gd name="csY53" fmla="*/ 1143000 h 1600200"/>
              <a:gd name="csX54" fmla="*/ 2489200 w 2501900"/>
              <a:gd name="csY54" fmla="*/ 1028700 h 1600200"/>
              <a:gd name="csX55" fmla="*/ 2501900 w 2501900"/>
              <a:gd name="csY55" fmla="*/ 1003300 h 1600200"/>
              <a:gd name="csX0" fmla="*/ 0 w 2501900"/>
              <a:gd name="csY0" fmla="*/ 774700 h 1600200"/>
              <a:gd name="csX1" fmla="*/ 107950 w 2501900"/>
              <a:gd name="csY1" fmla="*/ 781050 h 1600200"/>
              <a:gd name="csX2" fmla="*/ 50800 w 2501900"/>
              <a:gd name="csY2" fmla="*/ 863600 h 1600200"/>
              <a:gd name="csX3" fmla="*/ 88900 w 2501900"/>
              <a:gd name="csY3" fmla="*/ 876300 h 1600200"/>
              <a:gd name="csX4" fmla="*/ 139700 w 2501900"/>
              <a:gd name="csY4" fmla="*/ 901700 h 1600200"/>
              <a:gd name="csX5" fmla="*/ 177800 w 2501900"/>
              <a:gd name="csY5" fmla="*/ 952500 h 1600200"/>
              <a:gd name="csX6" fmla="*/ 215900 w 2501900"/>
              <a:gd name="csY6" fmla="*/ 990600 h 1600200"/>
              <a:gd name="csX7" fmla="*/ 342900 w 2501900"/>
              <a:gd name="csY7" fmla="*/ 1092200 h 1600200"/>
              <a:gd name="csX8" fmla="*/ 622300 w 2501900"/>
              <a:gd name="csY8" fmla="*/ 1079500 h 1600200"/>
              <a:gd name="csX9" fmla="*/ 711200 w 2501900"/>
              <a:gd name="csY9" fmla="*/ 1054100 h 1600200"/>
              <a:gd name="csX10" fmla="*/ 825500 w 2501900"/>
              <a:gd name="csY10" fmla="*/ 1016000 h 1600200"/>
              <a:gd name="csX11" fmla="*/ 1003300 w 2501900"/>
              <a:gd name="csY11" fmla="*/ 863600 h 1600200"/>
              <a:gd name="csX12" fmla="*/ 958850 w 2501900"/>
              <a:gd name="csY12" fmla="*/ 400050 h 1600200"/>
              <a:gd name="csX13" fmla="*/ 1016000 w 2501900"/>
              <a:gd name="csY13" fmla="*/ 215900 h 1600200"/>
              <a:gd name="csX14" fmla="*/ 914400 w 2501900"/>
              <a:gd name="csY14" fmla="*/ 127000 h 1600200"/>
              <a:gd name="csX15" fmla="*/ 711200 w 2501900"/>
              <a:gd name="csY15" fmla="*/ 0 h 1600200"/>
              <a:gd name="csX16" fmla="*/ 825500 w 2501900"/>
              <a:gd name="csY16" fmla="*/ 241300 h 1600200"/>
              <a:gd name="csX17" fmla="*/ 781050 w 2501900"/>
              <a:gd name="csY17" fmla="*/ 254000 h 1600200"/>
              <a:gd name="csX18" fmla="*/ 622300 w 2501900"/>
              <a:gd name="csY18" fmla="*/ 406400 h 1600200"/>
              <a:gd name="csX19" fmla="*/ 711200 w 2501900"/>
              <a:gd name="csY19" fmla="*/ 546100 h 1600200"/>
              <a:gd name="csX20" fmla="*/ 800100 w 2501900"/>
              <a:gd name="csY20" fmla="*/ 647700 h 1600200"/>
              <a:gd name="csX21" fmla="*/ 838200 w 2501900"/>
              <a:gd name="csY21" fmla="*/ 660400 h 1600200"/>
              <a:gd name="csX22" fmla="*/ 914400 w 2501900"/>
              <a:gd name="csY22" fmla="*/ 673100 h 1600200"/>
              <a:gd name="csX23" fmla="*/ 1168400 w 2501900"/>
              <a:gd name="csY23" fmla="*/ 749300 h 1600200"/>
              <a:gd name="csX24" fmla="*/ 1308100 w 2501900"/>
              <a:gd name="csY24" fmla="*/ 863600 h 1600200"/>
              <a:gd name="csX25" fmla="*/ 1485900 w 2501900"/>
              <a:gd name="csY25" fmla="*/ 1054100 h 1600200"/>
              <a:gd name="csX26" fmla="*/ 1524000 w 2501900"/>
              <a:gd name="csY26" fmla="*/ 1168400 h 1600200"/>
              <a:gd name="csX27" fmla="*/ 1498600 w 2501900"/>
              <a:gd name="csY27" fmla="*/ 1333500 h 1600200"/>
              <a:gd name="csX28" fmla="*/ 1447800 w 2501900"/>
              <a:gd name="csY28" fmla="*/ 1384300 h 1600200"/>
              <a:gd name="csX29" fmla="*/ 1358900 w 2501900"/>
              <a:gd name="csY29" fmla="*/ 1422400 h 1600200"/>
              <a:gd name="csX30" fmla="*/ 1257300 w 2501900"/>
              <a:gd name="csY30" fmla="*/ 1511300 h 1600200"/>
              <a:gd name="csX31" fmla="*/ 1181100 w 2501900"/>
              <a:gd name="csY31" fmla="*/ 1562100 h 1600200"/>
              <a:gd name="csX32" fmla="*/ 1130300 w 2501900"/>
              <a:gd name="csY32" fmla="*/ 1600200 h 1600200"/>
              <a:gd name="csX33" fmla="*/ 990600 w 2501900"/>
              <a:gd name="csY33" fmla="*/ 1536700 h 1600200"/>
              <a:gd name="csX34" fmla="*/ 952500 w 2501900"/>
              <a:gd name="csY34" fmla="*/ 1333500 h 1600200"/>
              <a:gd name="csX35" fmla="*/ 1041400 w 2501900"/>
              <a:gd name="csY35" fmla="*/ 1231900 h 1600200"/>
              <a:gd name="csX36" fmla="*/ 1231900 w 2501900"/>
              <a:gd name="csY36" fmla="*/ 1041400 h 1600200"/>
              <a:gd name="csX37" fmla="*/ 1435100 w 2501900"/>
              <a:gd name="csY37" fmla="*/ 927100 h 1600200"/>
              <a:gd name="csX38" fmla="*/ 1689100 w 2501900"/>
              <a:gd name="csY38" fmla="*/ 800100 h 1600200"/>
              <a:gd name="csX39" fmla="*/ 1778000 w 2501900"/>
              <a:gd name="csY39" fmla="*/ 723900 h 1600200"/>
              <a:gd name="csX40" fmla="*/ 1917700 w 2501900"/>
              <a:gd name="csY40" fmla="*/ 571500 h 1600200"/>
              <a:gd name="csX41" fmla="*/ 1943100 w 2501900"/>
              <a:gd name="csY41" fmla="*/ 508000 h 1600200"/>
              <a:gd name="csX42" fmla="*/ 1930400 w 2501900"/>
              <a:gd name="csY42" fmla="*/ 317500 h 1600200"/>
              <a:gd name="csX43" fmla="*/ 1892300 w 2501900"/>
              <a:gd name="csY43" fmla="*/ 266700 h 1600200"/>
              <a:gd name="csX44" fmla="*/ 1841500 w 2501900"/>
              <a:gd name="csY44" fmla="*/ 254000 h 1600200"/>
              <a:gd name="csX45" fmla="*/ 1739900 w 2501900"/>
              <a:gd name="csY45" fmla="*/ 279400 h 1600200"/>
              <a:gd name="csX46" fmla="*/ 1714500 w 2501900"/>
              <a:gd name="csY46" fmla="*/ 317500 h 1600200"/>
              <a:gd name="csX47" fmla="*/ 1625600 w 2501900"/>
              <a:gd name="csY47" fmla="*/ 419100 h 1600200"/>
              <a:gd name="csX48" fmla="*/ 1663700 w 2501900"/>
              <a:gd name="csY48" fmla="*/ 723900 h 1600200"/>
              <a:gd name="csX49" fmla="*/ 1752600 w 2501900"/>
              <a:gd name="csY49" fmla="*/ 800100 h 1600200"/>
              <a:gd name="csX50" fmla="*/ 1930400 w 2501900"/>
              <a:gd name="csY50" fmla="*/ 977900 h 1600200"/>
              <a:gd name="csX51" fmla="*/ 2006600 w 2501900"/>
              <a:gd name="csY51" fmla="*/ 1066800 h 1600200"/>
              <a:gd name="csX52" fmla="*/ 2044700 w 2501900"/>
              <a:gd name="csY52" fmla="*/ 1092200 h 1600200"/>
              <a:gd name="csX53" fmla="*/ 2247900 w 2501900"/>
              <a:gd name="csY53" fmla="*/ 1143000 h 1600200"/>
              <a:gd name="csX54" fmla="*/ 2489200 w 2501900"/>
              <a:gd name="csY54" fmla="*/ 1028700 h 1600200"/>
              <a:gd name="csX55" fmla="*/ 2501900 w 2501900"/>
              <a:gd name="csY55" fmla="*/ 1003300 h 1600200"/>
              <a:gd name="csX0" fmla="*/ 0 w 2501900"/>
              <a:gd name="csY0" fmla="*/ 647707 h 1473207"/>
              <a:gd name="csX1" fmla="*/ 107950 w 2501900"/>
              <a:gd name="csY1" fmla="*/ 654057 h 1473207"/>
              <a:gd name="csX2" fmla="*/ 50800 w 2501900"/>
              <a:gd name="csY2" fmla="*/ 736607 h 1473207"/>
              <a:gd name="csX3" fmla="*/ 88900 w 2501900"/>
              <a:gd name="csY3" fmla="*/ 749307 h 1473207"/>
              <a:gd name="csX4" fmla="*/ 139700 w 2501900"/>
              <a:gd name="csY4" fmla="*/ 774707 h 1473207"/>
              <a:gd name="csX5" fmla="*/ 177800 w 2501900"/>
              <a:gd name="csY5" fmla="*/ 825507 h 1473207"/>
              <a:gd name="csX6" fmla="*/ 215900 w 2501900"/>
              <a:gd name="csY6" fmla="*/ 863607 h 1473207"/>
              <a:gd name="csX7" fmla="*/ 342900 w 2501900"/>
              <a:gd name="csY7" fmla="*/ 965207 h 1473207"/>
              <a:gd name="csX8" fmla="*/ 622300 w 2501900"/>
              <a:gd name="csY8" fmla="*/ 952507 h 1473207"/>
              <a:gd name="csX9" fmla="*/ 711200 w 2501900"/>
              <a:gd name="csY9" fmla="*/ 927107 h 1473207"/>
              <a:gd name="csX10" fmla="*/ 825500 w 2501900"/>
              <a:gd name="csY10" fmla="*/ 889007 h 1473207"/>
              <a:gd name="csX11" fmla="*/ 1003300 w 2501900"/>
              <a:gd name="csY11" fmla="*/ 736607 h 1473207"/>
              <a:gd name="csX12" fmla="*/ 958850 w 2501900"/>
              <a:gd name="csY12" fmla="*/ 273057 h 1473207"/>
              <a:gd name="csX13" fmla="*/ 1016000 w 2501900"/>
              <a:gd name="csY13" fmla="*/ 88907 h 1473207"/>
              <a:gd name="csX14" fmla="*/ 914400 w 2501900"/>
              <a:gd name="csY14" fmla="*/ 7 h 1473207"/>
              <a:gd name="csX15" fmla="*/ 838200 w 2501900"/>
              <a:gd name="csY15" fmla="*/ 82557 h 1473207"/>
              <a:gd name="csX16" fmla="*/ 825500 w 2501900"/>
              <a:gd name="csY16" fmla="*/ 114307 h 1473207"/>
              <a:gd name="csX17" fmla="*/ 781050 w 2501900"/>
              <a:gd name="csY17" fmla="*/ 127007 h 1473207"/>
              <a:gd name="csX18" fmla="*/ 622300 w 2501900"/>
              <a:gd name="csY18" fmla="*/ 279407 h 1473207"/>
              <a:gd name="csX19" fmla="*/ 711200 w 2501900"/>
              <a:gd name="csY19" fmla="*/ 419107 h 1473207"/>
              <a:gd name="csX20" fmla="*/ 800100 w 2501900"/>
              <a:gd name="csY20" fmla="*/ 520707 h 1473207"/>
              <a:gd name="csX21" fmla="*/ 838200 w 2501900"/>
              <a:gd name="csY21" fmla="*/ 533407 h 1473207"/>
              <a:gd name="csX22" fmla="*/ 914400 w 2501900"/>
              <a:gd name="csY22" fmla="*/ 546107 h 1473207"/>
              <a:gd name="csX23" fmla="*/ 1168400 w 2501900"/>
              <a:gd name="csY23" fmla="*/ 622307 h 1473207"/>
              <a:gd name="csX24" fmla="*/ 1308100 w 2501900"/>
              <a:gd name="csY24" fmla="*/ 736607 h 1473207"/>
              <a:gd name="csX25" fmla="*/ 1485900 w 2501900"/>
              <a:gd name="csY25" fmla="*/ 927107 h 1473207"/>
              <a:gd name="csX26" fmla="*/ 1524000 w 2501900"/>
              <a:gd name="csY26" fmla="*/ 1041407 h 1473207"/>
              <a:gd name="csX27" fmla="*/ 1498600 w 2501900"/>
              <a:gd name="csY27" fmla="*/ 1206507 h 1473207"/>
              <a:gd name="csX28" fmla="*/ 1447800 w 2501900"/>
              <a:gd name="csY28" fmla="*/ 1257307 h 1473207"/>
              <a:gd name="csX29" fmla="*/ 1358900 w 2501900"/>
              <a:gd name="csY29" fmla="*/ 1295407 h 1473207"/>
              <a:gd name="csX30" fmla="*/ 1257300 w 2501900"/>
              <a:gd name="csY30" fmla="*/ 1384307 h 1473207"/>
              <a:gd name="csX31" fmla="*/ 1181100 w 2501900"/>
              <a:gd name="csY31" fmla="*/ 1435107 h 1473207"/>
              <a:gd name="csX32" fmla="*/ 1130300 w 2501900"/>
              <a:gd name="csY32" fmla="*/ 1473207 h 1473207"/>
              <a:gd name="csX33" fmla="*/ 990600 w 2501900"/>
              <a:gd name="csY33" fmla="*/ 1409707 h 1473207"/>
              <a:gd name="csX34" fmla="*/ 952500 w 2501900"/>
              <a:gd name="csY34" fmla="*/ 1206507 h 1473207"/>
              <a:gd name="csX35" fmla="*/ 1041400 w 2501900"/>
              <a:gd name="csY35" fmla="*/ 1104907 h 1473207"/>
              <a:gd name="csX36" fmla="*/ 1231900 w 2501900"/>
              <a:gd name="csY36" fmla="*/ 914407 h 1473207"/>
              <a:gd name="csX37" fmla="*/ 1435100 w 2501900"/>
              <a:gd name="csY37" fmla="*/ 800107 h 1473207"/>
              <a:gd name="csX38" fmla="*/ 1689100 w 2501900"/>
              <a:gd name="csY38" fmla="*/ 673107 h 1473207"/>
              <a:gd name="csX39" fmla="*/ 1778000 w 2501900"/>
              <a:gd name="csY39" fmla="*/ 596907 h 1473207"/>
              <a:gd name="csX40" fmla="*/ 1917700 w 2501900"/>
              <a:gd name="csY40" fmla="*/ 444507 h 1473207"/>
              <a:gd name="csX41" fmla="*/ 1943100 w 2501900"/>
              <a:gd name="csY41" fmla="*/ 381007 h 1473207"/>
              <a:gd name="csX42" fmla="*/ 1930400 w 2501900"/>
              <a:gd name="csY42" fmla="*/ 190507 h 1473207"/>
              <a:gd name="csX43" fmla="*/ 1892300 w 2501900"/>
              <a:gd name="csY43" fmla="*/ 139707 h 1473207"/>
              <a:gd name="csX44" fmla="*/ 1841500 w 2501900"/>
              <a:gd name="csY44" fmla="*/ 127007 h 1473207"/>
              <a:gd name="csX45" fmla="*/ 1739900 w 2501900"/>
              <a:gd name="csY45" fmla="*/ 152407 h 1473207"/>
              <a:gd name="csX46" fmla="*/ 1714500 w 2501900"/>
              <a:gd name="csY46" fmla="*/ 190507 h 1473207"/>
              <a:gd name="csX47" fmla="*/ 1625600 w 2501900"/>
              <a:gd name="csY47" fmla="*/ 292107 h 1473207"/>
              <a:gd name="csX48" fmla="*/ 1663700 w 2501900"/>
              <a:gd name="csY48" fmla="*/ 596907 h 1473207"/>
              <a:gd name="csX49" fmla="*/ 1752600 w 2501900"/>
              <a:gd name="csY49" fmla="*/ 673107 h 1473207"/>
              <a:gd name="csX50" fmla="*/ 1930400 w 2501900"/>
              <a:gd name="csY50" fmla="*/ 850907 h 1473207"/>
              <a:gd name="csX51" fmla="*/ 2006600 w 2501900"/>
              <a:gd name="csY51" fmla="*/ 939807 h 1473207"/>
              <a:gd name="csX52" fmla="*/ 2044700 w 2501900"/>
              <a:gd name="csY52" fmla="*/ 965207 h 1473207"/>
              <a:gd name="csX53" fmla="*/ 2247900 w 2501900"/>
              <a:gd name="csY53" fmla="*/ 1016007 h 1473207"/>
              <a:gd name="csX54" fmla="*/ 2489200 w 2501900"/>
              <a:gd name="csY54" fmla="*/ 901707 h 1473207"/>
              <a:gd name="csX55" fmla="*/ 2501900 w 2501900"/>
              <a:gd name="csY55" fmla="*/ 876307 h 1473207"/>
              <a:gd name="csX0" fmla="*/ 0 w 2501900"/>
              <a:gd name="csY0" fmla="*/ 565150 h 1390650"/>
              <a:gd name="csX1" fmla="*/ 107950 w 2501900"/>
              <a:gd name="csY1" fmla="*/ 571500 h 1390650"/>
              <a:gd name="csX2" fmla="*/ 50800 w 2501900"/>
              <a:gd name="csY2" fmla="*/ 654050 h 1390650"/>
              <a:gd name="csX3" fmla="*/ 88900 w 2501900"/>
              <a:gd name="csY3" fmla="*/ 666750 h 1390650"/>
              <a:gd name="csX4" fmla="*/ 139700 w 2501900"/>
              <a:gd name="csY4" fmla="*/ 692150 h 1390650"/>
              <a:gd name="csX5" fmla="*/ 177800 w 2501900"/>
              <a:gd name="csY5" fmla="*/ 742950 h 1390650"/>
              <a:gd name="csX6" fmla="*/ 215900 w 2501900"/>
              <a:gd name="csY6" fmla="*/ 781050 h 1390650"/>
              <a:gd name="csX7" fmla="*/ 342900 w 2501900"/>
              <a:gd name="csY7" fmla="*/ 882650 h 1390650"/>
              <a:gd name="csX8" fmla="*/ 622300 w 2501900"/>
              <a:gd name="csY8" fmla="*/ 869950 h 1390650"/>
              <a:gd name="csX9" fmla="*/ 711200 w 2501900"/>
              <a:gd name="csY9" fmla="*/ 844550 h 1390650"/>
              <a:gd name="csX10" fmla="*/ 825500 w 2501900"/>
              <a:gd name="csY10" fmla="*/ 806450 h 1390650"/>
              <a:gd name="csX11" fmla="*/ 1003300 w 2501900"/>
              <a:gd name="csY11" fmla="*/ 654050 h 1390650"/>
              <a:gd name="csX12" fmla="*/ 958850 w 2501900"/>
              <a:gd name="csY12" fmla="*/ 190500 h 1390650"/>
              <a:gd name="csX13" fmla="*/ 1016000 w 2501900"/>
              <a:gd name="csY13" fmla="*/ 6350 h 1390650"/>
              <a:gd name="csX14" fmla="*/ 901700 w 2501900"/>
              <a:gd name="csY14" fmla="*/ 50800 h 1390650"/>
              <a:gd name="csX15" fmla="*/ 838200 w 2501900"/>
              <a:gd name="csY15" fmla="*/ 0 h 1390650"/>
              <a:gd name="csX16" fmla="*/ 825500 w 2501900"/>
              <a:gd name="csY16" fmla="*/ 31750 h 1390650"/>
              <a:gd name="csX17" fmla="*/ 781050 w 2501900"/>
              <a:gd name="csY17" fmla="*/ 44450 h 1390650"/>
              <a:gd name="csX18" fmla="*/ 622300 w 2501900"/>
              <a:gd name="csY18" fmla="*/ 196850 h 1390650"/>
              <a:gd name="csX19" fmla="*/ 711200 w 2501900"/>
              <a:gd name="csY19" fmla="*/ 336550 h 1390650"/>
              <a:gd name="csX20" fmla="*/ 800100 w 2501900"/>
              <a:gd name="csY20" fmla="*/ 438150 h 1390650"/>
              <a:gd name="csX21" fmla="*/ 838200 w 2501900"/>
              <a:gd name="csY21" fmla="*/ 450850 h 1390650"/>
              <a:gd name="csX22" fmla="*/ 914400 w 2501900"/>
              <a:gd name="csY22" fmla="*/ 463550 h 1390650"/>
              <a:gd name="csX23" fmla="*/ 1168400 w 2501900"/>
              <a:gd name="csY23" fmla="*/ 539750 h 1390650"/>
              <a:gd name="csX24" fmla="*/ 1308100 w 2501900"/>
              <a:gd name="csY24" fmla="*/ 654050 h 1390650"/>
              <a:gd name="csX25" fmla="*/ 1485900 w 2501900"/>
              <a:gd name="csY25" fmla="*/ 844550 h 1390650"/>
              <a:gd name="csX26" fmla="*/ 1524000 w 2501900"/>
              <a:gd name="csY26" fmla="*/ 958850 h 1390650"/>
              <a:gd name="csX27" fmla="*/ 1498600 w 2501900"/>
              <a:gd name="csY27" fmla="*/ 1123950 h 1390650"/>
              <a:gd name="csX28" fmla="*/ 1447800 w 2501900"/>
              <a:gd name="csY28" fmla="*/ 1174750 h 1390650"/>
              <a:gd name="csX29" fmla="*/ 1358900 w 2501900"/>
              <a:gd name="csY29" fmla="*/ 1212850 h 1390650"/>
              <a:gd name="csX30" fmla="*/ 1257300 w 2501900"/>
              <a:gd name="csY30" fmla="*/ 1301750 h 1390650"/>
              <a:gd name="csX31" fmla="*/ 1181100 w 2501900"/>
              <a:gd name="csY31" fmla="*/ 1352550 h 1390650"/>
              <a:gd name="csX32" fmla="*/ 1130300 w 2501900"/>
              <a:gd name="csY32" fmla="*/ 1390650 h 1390650"/>
              <a:gd name="csX33" fmla="*/ 990600 w 2501900"/>
              <a:gd name="csY33" fmla="*/ 1327150 h 1390650"/>
              <a:gd name="csX34" fmla="*/ 952500 w 2501900"/>
              <a:gd name="csY34" fmla="*/ 1123950 h 1390650"/>
              <a:gd name="csX35" fmla="*/ 1041400 w 2501900"/>
              <a:gd name="csY35" fmla="*/ 1022350 h 1390650"/>
              <a:gd name="csX36" fmla="*/ 1231900 w 2501900"/>
              <a:gd name="csY36" fmla="*/ 831850 h 1390650"/>
              <a:gd name="csX37" fmla="*/ 1435100 w 2501900"/>
              <a:gd name="csY37" fmla="*/ 717550 h 1390650"/>
              <a:gd name="csX38" fmla="*/ 1689100 w 2501900"/>
              <a:gd name="csY38" fmla="*/ 590550 h 1390650"/>
              <a:gd name="csX39" fmla="*/ 1778000 w 2501900"/>
              <a:gd name="csY39" fmla="*/ 514350 h 1390650"/>
              <a:gd name="csX40" fmla="*/ 1917700 w 2501900"/>
              <a:gd name="csY40" fmla="*/ 361950 h 1390650"/>
              <a:gd name="csX41" fmla="*/ 1943100 w 2501900"/>
              <a:gd name="csY41" fmla="*/ 298450 h 1390650"/>
              <a:gd name="csX42" fmla="*/ 1930400 w 2501900"/>
              <a:gd name="csY42" fmla="*/ 107950 h 1390650"/>
              <a:gd name="csX43" fmla="*/ 1892300 w 2501900"/>
              <a:gd name="csY43" fmla="*/ 57150 h 1390650"/>
              <a:gd name="csX44" fmla="*/ 1841500 w 2501900"/>
              <a:gd name="csY44" fmla="*/ 44450 h 1390650"/>
              <a:gd name="csX45" fmla="*/ 1739900 w 2501900"/>
              <a:gd name="csY45" fmla="*/ 69850 h 1390650"/>
              <a:gd name="csX46" fmla="*/ 1714500 w 2501900"/>
              <a:gd name="csY46" fmla="*/ 107950 h 1390650"/>
              <a:gd name="csX47" fmla="*/ 1625600 w 2501900"/>
              <a:gd name="csY47" fmla="*/ 209550 h 1390650"/>
              <a:gd name="csX48" fmla="*/ 1663700 w 2501900"/>
              <a:gd name="csY48" fmla="*/ 514350 h 1390650"/>
              <a:gd name="csX49" fmla="*/ 1752600 w 2501900"/>
              <a:gd name="csY49" fmla="*/ 590550 h 1390650"/>
              <a:gd name="csX50" fmla="*/ 1930400 w 2501900"/>
              <a:gd name="csY50" fmla="*/ 768350 h 1390650"/>
              <a:gd name="csX51" fmla="*/ 2006600 w 2501900"/>
              <a:gd name="csY51" fmla="*/ 857250 h 1390650"/>
              <a:gd name="csX52" fmla="*/ 2044700 w 2501900"/>
              <a:gd name="csY52" fmla="*/ 882650 h 1390650"/>
              <a:gd name="csX53" fmla="*/ 2247900 w 2501900"/>
              <a:gd name="csY53" fmla="*/ 933450 h 1390650"/>
              <a:gd name="csX54" fmla="*/ 2489200 w 2501900"/>
              <a:gd name="csY54" fmla="*/ 819150 h 1390650"/>
              <a:gd name="csX55" fmla="*/ 2501900 w 2501900"/>
              <a:gd name="csY55" fmla="*/ 793750 h 1390650"/>
              <a:gd name="csX0" fmla="*/ 0 w 2501900"/>
              <a:gd name="csY0" fmla="*/ 565150 h 1390650"/>
              <a:gd name="csX1" fmla="*/ 107950 w 2501900"/>
              <a:gd name="csY1" fmla="*/ 571500 h 1390650"/>
              <a:gd name="csX2" fmla="*/ 50800 w 2501900"/>
              <a:gd name="csY2" fmla="*/ 654050 h 1390650"/>
              <a:gd name="csX3" fmla="*/ 88900 w 2501900"/>
              <a:gd name="csY3" fmla="*/ 666750 h 1390650"/>
              <a:gd name="csX4" fmla="*/ 139700 w 2501900"/>
              <a:gd name="csY4" fmla="*/ 692150 h 1390650"/>
              <a:gd name="csX5" fmla="*/ 177800 w 2501900"/>
              <a:gd name="csY5" fmla="*/ 742950 h 1390650"/>
              <a:gd name="csX6" fmla="*/ 215900 w 2501900"/>
              <a:gd name="csY6" fmla="*/ 781050 h 1390650"/>
              <a:gd name="csX7" fmla="*/ 342900 w 2501900"/>
              <a:gd name="csY7" fmla="*/ 882650 h 1390650"/>
              <a:gd name="csX8" fmla="*/ 622300 w 2501900"/>
              <a:gd name="csY8" fmla="*/ 869950 h 1390650"/>
              <a:gd name="csX9" fmla="*/ 711200 w 2501900"/>
              <a:gd name="csY9" fmla="*/ 844550 h 1390650"/>
              <a:gd name="csX10" fmla="*/ 825500 w 2501900"/>
              <a:gd name="csY10" fmla="*/ 806450 h 1390650"/>
              <a:gd name="csX11" fmla="*/ 1003300 w 2501900"/>
              <a:gd name="csY11" fmla="*/ 654050 h 1390650"/>
              <a:gd name="csX12" fmla="*/ 958850 w 2501900"/>
              <a:gd name="csY12" fmla="*/ 190500 h 1390650"/>
              <a:gd name="csX13" fmla="*/ 946150 w 2501900"/>
              <a:gd name="csY13" fmla="*/ 101600 h 1390650"/>
              <a:gd name="csX14" fmla="*/ 901700 w 2501900"/>
              <a:gd name="csY14" fmla="*/ 50800 h 1390650"/>
              <a:gd name="csX15" fmla="*/ 838200 w 2501900"/>
              <a:gd name="csY15" fmla="*/ 0 h 1390650"/>
              <a:gd name="csX16" fmla="*/ 825500 w 2501900"/>
              <a:gd name="csY16" fmla="*/ 31750 h 1390650"/>
              <a:gd name="csX17" fmla="*/ 781050 w 2501900"/>
              <a:gd name="csY17" fmla="*/ 44450 h 1390650"/>
              <a:gd name="csX18" fmla="*/ 622300 w 2501900"/>
              <a:gd name="csY18" fmla="*/ 196850 h 1390650"/>
              <a:gd name="csX19" fmla="*/ 711200 w 2501900"/>
              <a:gd name="csY19" fmla="*/ 336550 h 1390650"/>
              <a:gd name="csX20" fmla="*/ 800100 w 2501900"/>
              <a:gd name="csY20" fmla="*/ 438150 h 1390650"/>
              <a:gd name="csX21" fmla="*/ 838200 w 2501900"/>
              <a:gd name="csY21" fmla="*/ 450850 h 1390650"/>
              <a:gd name="csX22" fmla="*/ 914400 w 2501900"/>
              <a:gd name="csY22" fmla="*/ 463550 h 1390650"/>
              <a:gd name="csX23" fmla="*/ 1168400 w 2501900"/>
              <a:gd name="csY23" fmla="*/ 539750 h 1390650"/>
              <a:gd name="csX24" fmla="*/ 1308100 w 2501900"/>
              <a:gd name="csY24" fmla="*/ 654050 h 1390650"/>
              <a:gd name="csX25" fmla="*/ 1485900 w 2501900"/>
              <a:gd name="csY25" fmla="*/ 844550 h 1390650"/>
              <a:gd name="csX26" fmla="*/ 1524000 w 2501900"/>
              <a:gd name="csY26" fmla="*/ 958850 h 1390650"/>
              <a:gd name="csX27" fmla="*/ 1498600 w 2501900"/>
              <a:gd name="csY27" fmla="*/ 1123950 h 1390650"/>
              <a:gd name="csX28" fmla="*/ 1447800 w 2501900"/>
              <a:gd name="csY28" fmla="*/ 1174750 h 1390650"/>
              <a:gd name="csX29" fmla="*/ 1358900 w 2501900"/>
              <a:gd name="csY29" fmla="*/ 1212850 h 1390650"/>
              <a:gd name="csX30" fmla="*/ 1257300 w 2501900"/>
              <a:gd name="csY30" fmla="*/ 1301750 h 1390650"/>
              <a:gd name="csX31" fmla="*/ 1181100 w 2501900"/>
              <a:gd name="csY31" fmla="*/ 1352550 h 1390650"/>
              <a:gd name="csX32" fmla="*/ 1130300 w 2501900"/>
              <a:gd name="csY32" fmla="*/ 1390650 h 1390650"/>
              <a:gd name="csX33" fmla="*/ 990600 w 2501900"/>
              <a:gd name="csY33" fmla="*/ 1327150 h 1390650"/>
              <a:gd name="csX34" fmla="*/ 952500 w 2501900"/>
              <a:gd name="csY34" fmla="*/ 1123950 h 1390650"/>
              <a:gd name="csX35" fmla="*/ 1041400 w 2501900"/>
              <a:gd name="csY35" fmla="*/ 1022350 h 1390650"/>
              <a:gd name="csX36" fmla="*/ 1231900 w 2501900"/>
              <a:gd name="csY36" fmla="*/ 831850 h 1390650"/>
              <a:gd name="csX37" fmla="*/ 1435100 w 2501900"/>
              <a:gd name="csY37" fmla="*/ 717550 h 1390650"/>
              <a:gd name="csX38" fmla="*/ 1689100 w 2501900"/>
              <a:gd name="csY38" fmla="*/ 590550 h 1390650"/>
              <a:gd name="csX39" fmla="*/ 1778000 w 2501900"/>
              <a:gd name="csY39" fmla="*/ 514350 h 1390650"/>
              <a:gd name="csX40" fmla="*/ 1917700 w 2501900"/>
              <a:gd name="csY40" fmla="*/ 361950 h 1390650"/>
              <a:gd name="csX41" fmla="*/ 1943100 w 2501900"/>
              <a:gd name="csY41" fmla="*/ 298450 h 1390650"/>
              <a:gd name="csX42" fmla="*/ 1930400 w 2501900"/>
              <a:gd name="csY42" fmla="*/ 107950 h 1390650"/>
              <a:gd name="csX43" fmla="*/ 1892300 w 2501900"/>
              <a:gd name="csY43" fmla="*/ 57150 h 1390650"/>
              <a:gd name="csX44" fmla="*/ 1841500 w 2501900"/>
              <a:gd name="csY44" fmla="*/ 44450 h 1390650"/>
              <a:gd name="csX45" fmla="*/ 1739900 w 2501900"/>
              <a:gd name="csY45" fmla="*/ 69850 h 1390650"/>
              <a:gd name="csX46" fmla="*/ 1714500 w 2501900"/>
              <a:gd name="csY46" fmla="*/ 107950 h 1390650"/>
              <a:gd name="csX47" fmla="*/ 1625600 w 2501900"/>
              <a:gd name="csY47" fmla="*/ 209550 h 1390650"/>
              <a:gd name="csX48" fmla="*/ 1663700 w 2501900"/>
              <a:gd name="csY48" fmla="*/ 514350 h 1390650"/>
              <a:gd name="csX49" fmla="*/ 1752600 w 2501900"/>
              <a:gd name="csY49" fmla="*/ 590550 h 1390650"/>
              <a:gd name="csX50" fmla="*/ 1930400 w 2501900"/>
              <a:gd name="csY50" fmla="*/ 768350 h 1390650"/>
              <a:gd name="csX51" fmla="*/ 2006600 w 2501900"/>
              <a:gd name="csY51" fmla="*/ 857250 h 1390650"/>
              <a:gd name="csX52" fmla="*/ 2044700 w 2501900"/>
              <a:gd name="csY52" fmla="*/ 882650 h 1390650"/>
              <a:gd name="csX53" fmla="*/ 2247900 w 2501900"/>
              <a:gd name="csY53" fmla="*/ 933450 h 1390650"/>
              <a:gd name="csX54" fmla="*/ 2489200 w 2501900"/>
              <a:gd name="csY54" fmla="*/ 819150 h 1390650"/>
              <a:gd name="csX55" fmla="*/ 2501900 w 2501900"/>
              <a:gd name="csY55" fmla="*/ 793750 h 1390650"/>
              <a:gd name="csX0" fmla="*/ 0 w 2501900"/>
              <a:gd name="csY0" fmla="*/ 662621 h 1488121"/>
              <a:gd name="csX1" fmla="*/ 107950 w 2501900"/>
              <a:gd name="csY1" fmla="*/ 668971 h 1488121"/>
              <a:gd name="csX2" fmla="*/ 50800 w 2501900"/>
              <a:gd name="csY2" fmla="*/ 751521 h 1488121"/>
              <a:gd name="csX3" fmla="*/ 88900 w 2501900"/>
              <a:gd name="csY3" fmla="*/ 764221 h 1488121"/>
              <a:gd name="csX4" fmla="*/ 139700 w 2501900"/>
              <a:gd name="csY4" fmla="*/ 789621 h 1488121"/>
              <a:gd name="csX5" fmla="*/ 177800 w 2501900"/>
              <a:gd name="csY5" fmla="*/ 840421 h 1488121"/>
              <a:gd name="csX6" fmla="*/ 215900 w 2501900"/>
              <a:gd name="csY6" fmla="*/ 878521 h 1488121"/>
              <a:gd name="csX7" fmla="*/ 342900 w 2501900"/>
              <a:gd name="csY7" fmla="*/ 980121 h 1488121"/>
              <a:gd name="csX8" fmla="*/ 622300 w 2501900"/>
              <a:gd name="csY8" fmla="*/ 967421 h 1488121"/>
              <a:gd name="csX9" fmla="*/ 711200 w 2501900"/>
              <a:gd name="csY9" fmla="*/ 942021 h 1488121"/>
              <a:gd name="csX10" fmla="*/ 825500 w 2501900"/>
              <a:gd name="csY10" fmla="*/ 903921 h 1488121"/>
              <a:gd name="csX11" fmla="*/ 1003300 w 2501900"/>
              <a:gd name="csY11" fmla="*/ 751521 h 1488121"/>
              <a:gd name="csX12" fmla="*/ 958850 w 2501900"/>
              <a:gd name="csY12" fmla="*/ 287971 h 1488121"/>
              <a:gd name="csX13" fmla="*/ 946150 w 2501900"/>
              <a:gd name="csY13" fmla="*/ 199071 h 1488121"/>
              <a:gd name="csX14" fmla="*/ 901700 w 2501900"/>
              <a:gd name="csY14" fmla="*/ 148271 h 1488121"/>
              <a:gd name="csX15" fmla="*/ 838200 w 2501900"/>
              <a:gd name="csY15" fmla="*/ 97471 h 1488121"/>
              <a:gd name="csX16" fmla="*/ 825500 w 2501900"/>
              <a:gd name="csY16" fmla="*/ 129221 h 1488121"/>
              <a:gd name="csX17" fmla="*/ 781050 w 2501900"/>
              <a:gd name="csY17" fmla="*/ 141921 h 1488121"/>
              <a:gd name="csX18" fmla="*/ 622300 w 2501900"/>
              <a:gd name="csY18" fmla="*/ 294321 h 1488121"/>
              <a:gd name="csX19" fmla="*/ 711200 w 2501900"/>
              <a:gd name="csY19" fmla="*/ 434021 h 1488121"/>
              <a:gd name="csX20" fmla="*/ 800100 w 2501900"/>
              <a:gd name="csY20" fmla="*/ 535621 h 1488121"/>
              <a:gd name="csX21" fmla="*/ 838200 w 2501900"/>
              <a:gd name="csY21" fmla="*/ 548321 h 1488121"/>
              <a:gd name="csX22" fmla="*/ 914400 w 2501900"/>
              <a:gd name="csY22" fmla="*/ 561021 h 1488121"/>
              <a:gd name="csX23" fmla="*/ 1168400 w 2501900"/>
              <a:gd name="csY23" fmla="*/ 637221 h 1488121"/>
              <a:gd name="csX24" fmla="*/ 1308100 w 2501900"/>
              <a:gd name="csY24" fmla="*/ 751521 h 1488121"/>
              <a:gd name="csX25" fmla="*/ 1485900 w 2501900"/>
              <a:gd name="csY25" fmla="*/ 942021 h 1488121"/>
              <a:gd name="csX26" fmla="*/ 1524000 w 2501900"/>
              <a:gd name="csY26" fmla="*/ 1056321 h 1488121"/>
              <a:gd name="csX27" fmla="*/ 1498600 w 2501900"/>
              <a:gd name="csY27" fmla="*/ 1221421 h 1488121"/>
              <a:gd name="csX28" fmla="*/ 1447800 w 2501900"/>
              <a:gd name="csY28" fmla="*/ 1272221 h 1488121"/>
              <a:gd name="csX29" fmla="*/ 1358900 w 2501900"/>
              <a:gd name="csY29" fmla="*/ 1310321 h 1488121"/>
              <a:gd name="csX30" fmla="*/ 1257300 w 2501900"/>
              <a:gd name="csY30" fmla="*/ 1399221 h 1488121"/>
              <a:gd name="csX31" fmla="*/ 1181100 w 2501900"/>
              <a:gd name="csY31" fmla="*/ 1450021 h 1488121"/>
              <a:gd name="csX32" fmla="*/ 1130300 w 2501900"/>
              <a:gd name="csY32" fmla="*/ 1488121 h 1488121"/>
              <a:gd name="csX33" fmla="*/ 990600 w 2501900"/>
              <a:gd name="csY33" fmla="*/ 1424621 h 1488121"/>
              <a:gd name="csX34" fmla="*/ 952500 w 2501900"/>
              <a:gd name="csY34" fmla="*/ 1221421 h 1488121"/>
              <a:gd name="csX35" fmla="*/ 1041400 w 2501900"/>
              <a:gd name="csY35" fmla="*/ 1119821 h 1488121"/>
              <a:gd name="csX36" fmla="*/ 1231900 w 2501900"/>
              <a:gd name="csY36" fmla="*/ 929321 h 1488121"/>
              <a:gd name="csX37" fmla="*/ 1397000 w 2501900"/>
              <a:gd name="csY37" fmla="*/ 2221 h 1488121"/>
              <a:gd name="csX38" fmla="*/ 1689100 w 2501900"/>
              <a:gd name="csY38" fmla="*/ 688021 h 1488121"/>
              <a:gd name="csX39" fmla="*/ 1778000 w 2501900"/>
              <a:gd name="csY39" fmla="*/ 611821 h 1488121"/>
              <a:gd name="csX40" fmla="*/ 1917700 w 2501900"/>
              <a:gd name="csY40" fmla="*/ 459421 h 1488121"/>
              <a:gd name="csX41" fmla="*/ 1943100 w 2501900"/>
              <a:gd name="csY41" fmla="*/ 395921 h 1488121"/>
              <a:gd name="csX42" fmla="*/ 1930400 w 2501900"/>
              <a:gd name="csY42" fmla="*/ 205421 h 1488121"/>
              <a:gd name="csX43" fmla="*/ 1892300 w 2501900"/>
              <a:gd name="csY43" fmla="*/ 154621 h 1488121"/>
              <a:gd name="csX44" fmla="*/ 1841500 w 2501900"/>
              <a:gd name="csY44" fmla="*/ 141921 h 1488121"/>
              <a:gd name="csX45" fmla="*/ 1739900 w 2501900"/>
              <a:gd name="csY45" fmla="*/ 167321 h 1488121"/>
              <a:gd name="csX46" fmla="*/ 1714500 w 2501900"/>
              <a:gd name="csY46" fmla="*/ 205421 h 1488121"/>
              <a:gd name="csX47" fmla="*/ 1625600 w 2501900"/>
              <a:gd name="csY47" fmla="*/ 307021 h 1488121"/>
              <a:gd name="csX48" fmla="*/ 1663700 w 2501900"/>
              <a:gd name="csY48" fmla="*/ 611821 h 1488121"/>
              <a:gd name="csX49" fmla="*/ 1752600 w 2501900"/>
              <a:gd name="csY49" fmla="*/ 688021 h 1488121"/>
              <a:gd name="csX50" fmla="*/ 1930400 w 2501900"/>
              <a:gd name="csY50" fmla="*/ 865821 h 1488121"/>
              <a:gd name="csX51" fmla="*/ 2006600 w 2501900"/>
              <a:gd name="csY51" fmla="*/ 954721 h 1488121"/>
              <a:gd name="csX52" fmla="*/ 2044700 w 2501900"/>
              <a:gd name="csY52" fmla="*/ 980121 h 1488121"/>
              <a:gd name="csX53" fmla="*/ 2247900 w 2501900"/>
              <a:gd name="csY53" fmla="*/ 1030921 h 1488121"/>
              <a:gd name="csX54" fmla="*/ 2489200 w 2501900"/>
              <a:gd name="csY54" fmla="*/ 916621 h 1488121"/>
              <a:gd name="csX55" fmla="*/ 2501900 w 2501900"/>
              <a:gd name="csY55" fmla="*/ 891221 h 1488121"/>
              <a:gd name="csX0" fmla="*/ 0 w 2501900"/>
              <a:gd name="csY0" fmla="*/ 978121 h 1884005"/>
              <a:gd name="csX1" fmla="*/ 107950 w 2501900"/>
              <a:gd name="csY1" fmla="*/ 984471 h 1884005"/>
              <a:gd name="csX2" fmla="*/ 50800 w 2501900"/>
              <a:gd name="csY2" fmla="*/ 1067021 h 1884005"/>
              <a:gd name="csX3" fmla="*/ 88900 w 2501900"/>
              <a:gd name="csY3" fmla="*/ 1079721 h 1884005"/>
              <a:gd name="csX4" fmla="*/ 139700 w 2501900"/>
              <a:gd name="csY4" fmla="*/ 1105121 h 1884005"/>
              <a:gd name="csX5" fmla="*/ 177800 w 2501900"/>
              <a:gd name="csY5" fmla="*/ 1155921 h 1884005"/>
              <a:gd name="csX6" fmla="*/ 215900 w 2501900"/>
              <a:gd name="csY6" fmla="*/ 1194021 h 1884005"/>
              <a:gd name="csX7" fmla="*/ 342900 w 2501900"/>
              <a:gd name="csY7" fmla="*/ 1295621 h 1884005"/>
              <a:gd name="csX8" fmla="*/ 622300 w 2501900"/>
              <a:gd name="csY8" fmla="*/ 1282921 h 1884005"/>
              <a:gd name="csX9" fmla="*/ 711200 w 2501900"/>
              <a:gd name="csY9" fmla="*/ 1257521 h 1884005"/>
              <a:gd name="csX10" fmla="*/ 825500 w 2501900"/>
              <a:gd name="csY10" fmla="*/ 1219421 h 1884005"/>
              <a:gd name="csX11" fmla="*/ 1003300 w 2501900"/>
              <a:gd name="csY11" fmla="*/ 1067021 h 1884005"/>
              <a:gd name="csX12" fmla="*/ 958850 w 2501900"/>
              <a:gd name="csY12" fmla="*/ 603471 h 1884005"/>
              <a:gd name="csX13" fmla="*/ 946150 w 2501900"/>
              <a:gd name="csY13" fmla="*/ 514571 h 1884005"/>
              <a:gd name="csX14" fmla="*/ 901700 w 2501900"/>
              <a:gd name="csY14" fmla="*/ 463771 h 1884005"/>
              <a:gd name="csX15" fmla="*/ 838200 w 2501900"/>
              <a:gd name="csY15" fmla="*/ 412971 h 1884005"/>
              <a:gd name="csX16" fmla="*/ 825500 w 2501900"/>
              <a:gd name="csY16" fmla="*/ 444721 h 1884005"/>
              <a:gd name="csX17" fmla="*/ 781050 w 2501900"/>
              <a:gd name="csY17" fmla="*/ 457421 h 1884005"/>
              <a:gd name="csX18" fmla="*/ 622300 w 2501900"/>
              <a:gd name="csY18" fmla="*/ 609821 h 1884005"/>
              <a:gd name="csX19" fmla="*/ 711200 w 2501900"/>
              <a:gd name="csY19" fmla="*/ 749521 h 1884005"/>
              <a:gd name="csX20" fmla="*/ 800100 w 2501900"/>
              <a:gd name="csY20" fmla="*/ 851121 h 1884005"/>
              <a:gd name="csX21" fmla="*/ 838200 w 2501900"/>
              <a:gd name="csY21" fmla="*/ 863821 h 1884005"/>
              <a:gd name="csX22" fmla="*/ 914400 w 2501900"/>
              <a:gd name="csY22" fmla="*/ 876521 h 1884005"/>
              <a:gd name="csX23" fmla="*/ 1168400 w 2501900"/>
              <a:gd name="csY23" fmla="*/ 952721 h 1884005"/>
              <a:gd name="csX24" fmla="*/ 1308100 w 2501900"/>
              <a:gd name="csY24" fmla="*/ 1067021 h 1884005"/>
              <a:gd name="csX25" fmla="*/ 1485900 w 2501900"/>
              <a:gd name="csY25" fmla="*/ 1257521 h 1884005"/>
              <a:gd name="csX26" fmla="*/ 1524000 w 2501900"/>
              <a:gd name="csY26" fmla="*/ 1371821 h 1884005"/>
              <a:gd name="csX27" fmla="*/ 1498600 w 2501900"/>
              <a:gd name="csY27" fmla="*/ 1536921 h 1884005"/>
              <a:gd name="csX28" fmla="*/ 1447800 w 2501900"/>
              <a:gd name="csY28" fmla="*/ 1587721 h 1884005"/>
              <a:gd name="csX29" fmla="*/ 1358900 w 2501900"/>
              <a:gd name="csY29" fmla="*/ 1625821 h 1884005"/>
              <a:gd name="csX30" fmla="*/ 1257300 w 2501900"/>
              <a:gd name="csY30" fmla="*/ 1714721 h 1884005"/>
              <a:gd name="csX31" fmla="*/ 1181100 w 2501900"/>
              <a:gd name="csY31" fmla="*/ 1765521 h 1884005"/>
              <a:gd name="csX32" fmla="*/ 1257300 w 2501900"/>
              <a:gd name="csY32" fmla="*/ 221 h 1884005"/>
              <a:gd name="csX33" fmla="*/ 990600 w 2501900"/>
              <a:gd name="csY33" fmla="*/ 1740121 h 1884005"/>
              <a:gd name="csX34" fmla="*/ 952500 w 2501900"/>
              <a:gd name="csY34" fmla="*/ 1536921 h 1884005"/>
              <a:gd name="csX35" fmla="*/ 1041400 w 2501900"/>
              <a:gd name="csY35" fmla="*/ 1435321 h 1884005"/>
              <a:gd name="csX36" fmla="*/ 1231900 w 2501900"/>
              <a:gd name="csY36" fmla="*/ 1244821 h 1884005"/>
              <a:gd name="csX37" fmla="*/ 1397000 w 2501900"/>
              <a:gd name="csY37" fmla="*/ 317721 h 1884005"/>
              <a:gd name="csX38" fmla="*/ 1689100 w 2501900"/>
              <a:gd name="csY38" fmla="*/ 1003521 h 1884005"/>
              <a:gd name="csX39" fmla="*/ 1778000 w 2501900"/>
              <a:gd name="csY39" fmla="*/ 927321 h 1884005"/>
              <a:gd name="csX40" fmla="*/ 1917700 w 2501900"/>
              <a:gd name="csY40" fmla="*/ 774921 h 1884005"/>
              <a:gd name="csX41" fmla="*/ 1943100 w 2501900"/>
              <a:gd name="csY41" fmla="*/ 711421 h 1884005"/>
              <a:gd name="csX42" fmla="*/ 1930400 w 2501900"/>
              <a:gd name="csY42" fmla="*/ 520921 h 1884005"/>
              <a:gd name="csX43" fmla="*/ 1892300 w 2501900"/>
              <a:gd name="csY43" fmla="*/ 470121 h 1884005"/>
              <a:gd name="csX44" fmla="*/ 1841500 w 2501900"/>
              <a:gd name="csY44" fmla="*/ 457421 h 1884005"/>
              <a:gd name="csX45" fmla="*/ 1739900 w 2501900"/>
              <a:gd name="csY45" fmla="*/ 482821 h 1884005"/>
              <a:gd name="csX46" fmla="*/ 1714500 w 2501900"/>
              <a:gd name="csY46" fmla="*/ 520921 h 1884005"/>
              <a:gd name="csX47" fmla="*/ 1625600 w 2501900"/>
              <a:gd name="csY47" fmla="*/ 622521 h 1884005"/>
              <a:gd name="csX48" fmla="*/ 1663700 w 2501900"/>
              <a:gd name="csY48" fmla="*/ 927321 h 1884005"/>
              <a:gd name="csX49" fmla="*/ 1752600 w 2501900"/>
              <a:gd name="csY49" fmla="*/ 1003521 h 1884005"/>
              <a:gd name="csX50" fmla="*/ 1930400 w 2501900"/>
              <a:gd name="csY50" fmla="*/ 1181321 h 1884005"/>
              <a:gd name="csX51" fmla="*/ 2006600 w 2501900"/>
              <a:gd name="csY51" fmla="*/ 1270221 h 1884005"/>
              <a:gd name="csX52" fmla="*/ 2044700 w 2501900"/>
              <a:gd name="csY52" fmla="*/ 1295621 h 1884005"/>
              <a:gd name="csX53" fmla="*/ 2247900 w 2501900"/>
              <a:gd name="csY53" fmla="*/ 1346421 h 1884005"/>
              <a:gd name="csX54" fmla="*/ 2489200 w 2501900"/>
              <a:gd name="csY54" fmla="*/ 1232121 h 1884005"/>
              <a:gd name="csX55" fmla="*/ 2501900 w 2501900"/>
              <a:gd name="csY55" fmla="*/ 1206721 h 1884005"/>
              <a:gd name="csX0" fmla="*/ 0 w 2501900"/>
              <a:gd name="csY0" fmla="*/ 978093 h 1883977"/>
              <a:gd name="csX1" fmla="*/ 107950 w 2501900"/>
              <a:gd name="csY1" fmla="*/ 984443 h 1883977"/>
              <a:gd name="csX2" fmla="*/ 50800 w 2501900"/>
              <a:gd name="csY2" fmla="*/ 1066993 h 1883977"/>
              <a:gd name="csX3" fmla="*/ 88900 w 2501900"/>
              <a:gd name="csY3" fmla="*/ 1079693 h 1883977"/>
              <a:gd name="csX4" fmla="*/ 139700 w 2501900"/>
              <a:gd name="csY4" fmla="*/ 1105093 h 1883977"/>
              <a:gd name="csX5" fmla="*/ 177800 w 2501900"/>
              <a:gd name="csY5" fmla="*/ 1155893 h 1883977"/>
              <a:gd name="csX6" fmla="*/ 215900 w 2501900"/>
              <a:gd name="csY6" fmla="*/ 1193993 h 1883977"/>
              <a:gd name="csX7" fmla="*/ 342900 w 2501900"/>
              <a:gd name="csY7" fmla="*/ 1295593 h 1883977"/>
              <a:gd name="csX8" fmla="*/ 622300 w 2501900"/>
              <a:gd name="csY8" fmla="*/ 1282893 h 1883977"/>
              <a:gd name="csX9" fmla="*/ 711200 w 2501900"/>
              <a:gd name="csY9" fmla="*/ 1257493 h 1883977"/>
              <a:gd name="csX10" fmla="*/ 825500 w 2501900"/>
              <a:gd name="csY10" fmla="*/ 1219393 h 1883977"/>
              <a:gd name="csX11" fmla="*/ 1003300 w 2501900"/>
              <a:gd name="csY11" fmla="*/ 1066993 h 1883977"/>
              <a:gd name="csX12" fmla="*/ 958850 w 2501900"/>
              <a:gd name="csY12" fmla="*/ 603443 h 1883977"/>
              <a:gd name="csX13" fmla="*/ 946150 w 2501900"/>
              <a:gd name="csY13" fmla="*/ 514543 h 1883977"/>
              <a:gd name="csX14" fmla="*/ 901700 w 2501900"/>
              <a:gd name="csY14" fmla="*/ 463743 h 1883977"/>
              <a:gd name="csX15" fmla="*/ 838200 w 2501900"/>
              <a:gd name="csY15" fmla="*/ 412943 h 1883977"/>
              <a:gd name="csX16" fmla="*/ 825500 w 2501900"/>
              <a:gd name="csY16" fmla="*/ 444693 h 1883977"/>
              <a:gd name="csX17" fmla="*/ 781050 w 2501900"/>
              <a:gd name="csY17" fmla="*/ 457393 h 1883977"/>
              <a:gd name="csX18" fmla="*/ 622300 w 2501900"/>
              <a:gd name="csY18" fmla="*/ 609793 h 1883977"/>
              <a:gd name="csX19" fmla="*/ 711200 w 2501900"/>
              <a:gd name="csY19" fmla="*/ 749493 h 1883977"/>
              <a:gd name="csX20" fmla="*/ 800100 w 2501900"/>
              <a:gd name="csY20" fmla="*/ 851093 h 1883977"/>
              <a:gd name="csX21" fmla="*/ 838200 w 2501900"/>
              <a:gd name="csY21" fmla="*/ 863793 h 1883977"/>
              <a:gd name="csX22" fmla="*/ 914400 w 2501900"/>
              <a:gd name="csY22" fmla="*/ 876493 h 1883977"/>
              <a:gd name="csX23" fmla="*/ 1168400 w 2501900"/>
              <a:gd name="csY23" fmla="*/ 952693 h 1883977"/>
              <a:gd name="csX24" fmla="*/ 1308100 w 2501900"/>
              <a:gd name="csY24" fmla="*/ 1066993 h 1883977"/>
              <a:gd name="csX25" fmla="*/ 1485900 w 2501900"/>
              <a:gd name="csY25" fmla="*/ 1257493 h 1883977"/>
              <a:gd name="csX26" fmla="*/ 1524000 w 2501900"/>
              <a:gd name="csY26" fmla="*/ 1371793 h 1883977"/>
              <a:gd name="csX27" fmla="*/ 1498600 w 2501900"/>
              <a:gd name="csY27" fmla="*/ 1536893 h 1883977"/>
              <a:gd name="csX28" fmla="*/ 1447800 w 2501900"/>
              <a:gd name="csY28" fmla="*/ 1587693 h 1883977"/>
              <a:gd name="csX29" fmla="*/ 1358900 w 2501900"/>
              <a:gd name="csY29" fmla="*/ 1625793 h 1883977"/>
              <a:gd name="csX30" fmla="*/ 1257300 w 2501900"/>
              <a:gd name="csY30" fmla="*/ 1714693 h 1883977"/>
              <a:gd name="csX31" fmla="*/ 1181100 w 2501900"/>
              <a:gd name="csY31" fmla="*/ 1765493 h 1883977"/>
              <a:gd name="csX32" fmla="*/ 1257300 w 2501900"/>
              <a:gd name="csY32" fmla="*/ 193 h 1883977"/>
              <a:gd name="csX33" fmla="*/ 990600 w 2501900"/>
              <a:gd name="csY33" fmla="*/ 1740093 h 1883977"/>
              <a:gd name="csX34" fmla="*/ 1244600 w 2501900"/>
              <a:gd name="csY34" fmla="*/ 177993 h 1883977"/>
              <a:gd name="csX35" fmla="*/ 1041400 w 2501900"/>
              <a:gd name="csY35" fmla="*/ 1435293 h 1883977"/>
              <a:gd name="csX36" fmla="*/ 1231900 w 2501900"/>
              <a:gd name="csY36" fmla="*/ 1244793 h 1883977"/>
              <a:gd name="csX37" fmla="*/ 1397000 w 2501900"/>
              <a:gd name="csY37" fmla="*/ 317693 h 1883977"/>
              <a:gd name="csX38" fmla="*/ 1689100 w 2501900"/>
              <a:gd name="csY38" fmla="*/ 1003493 h 1883977"/>
              <a:gd name="csX39" fmla="*/ 1778000 w 2501900"/>
              <a:gd name="csY39" fmla="*/ 927293 h 1883977"/>
              <a:gd name="csX40" fmla="*/ 1917700 w 2501900"/>
              <a:gd name="csY40" fmla="*/ 774893 h 1883977"/>
              <a:gd name="csX41" fmla="*/ 1943100 w 2501900"/>
              <a:gd name="csY41" fmla="*/ 711393 h 1883977"/>
              <a:gd name="csX42" fmla="*/ 1930400 w 2501900"/>
              <a:gd name="csY42" fmla="*/ 520893 h 1883977"/>
              <a:gd name="csX43" fmla="*/ 1892300 w 2501900"/>
              <a:gd name="csY43" fmla="*/ 470093 h 1883977"/>
              <a:gd name="csX44" fmla="*/ 1841500 w 2501900"/>
              <a:gd name="csY44" fmla="*/ 457393 h 1883977"/>
              <a:gd name="csX45" fmla="*/ 1739900 w 2501900"/>
              <a:gd name="csY45" fmla="*/ 482793 h 1883977"/>
              <a:gd name="csX46" fmla="*/ 1714500 w 2501900"/>
              <a:gd name="csY46" fmla="*/ 520893 h 1883977"/>
              <a:gd name="csX47" fmla="*/ 1625600 w 2501900"/>
              <a:gd name="csY47" fmla="*/ 622493 h 1883977"/>
              <a:gd name="csX48" fmla="*/ 1663700 w 2501900"/>
              <a:gd name="csY48" fmla="*/ 927293 h 1883977"/>
              <a:gd name="csX49" fmla="*/ 1752600 w 2501900"/>
              <a:gd name="csY49" fmla="*/ 1003493 h 1883977"/>
              <a:gd name="csX50" fmla="*/ 1930400 w 2501900"/>
              <a:gd name="csY50" fmla="*/ 1181293 h 1883977"/>
              <a:gd name="csX51" fmla="*/ 2006600 w 2501900"/>
              <a:gd name="csY51" fmla="*/ 1270193 h 1883977"/>
              <a:gd name="csX52" fmla="*/ 2044700 w 2501900"/>
              <a:gd name="csY52" fmla="*/ 1295593 h 1883977"/>
              <a:gd name="csX53" fmla="*/ 2247900 w 2501900"/>
              <a:gd name="csY53" fmla="*/ 1346393 h 1883977"/>
              <a:gd name="csX54" fmla="*/ 2489200 w 2501900"/>
              <a:gd name="csY54" fmla="*/ 1232093 h 1883977"/>
              <a:gd name="csX55" fmla="*/ 2501900 w 2501900"/>
              <a:gd name="csY55" fmla="*/ 1206693 h 1883977"/>
              <a:gd name="csX0" fmla="*/ 0 w 2501900"/>
              <a:gd name="csY0" fmla="*/ 978754 h 1884638"/>
              <a:gd name="csX1" fmla="*/ 107950 w 2501900"/>
              <a:gd name="csY1" fmla="*/ 985104 h 1884638"/>
              <a:gd name="csX2" fmla="*/ 50800 w 2501900"/>
              <a:gd name="csY2" fmla="*/ 1067654 h 1884638"/>
              <a:gd name="csX3" fmla="*/ 88900 w 2501900"/>
              <a:gd name="csY3" fmla="*/ 1080354 h 1884638"/>
              <a:gd name="csX4" fmla="*/ 139700 w 2501900"/>
              <a:gd name="csY4" fmla="*/ 1105754 h 1884638"/>
              <a:gd name="csX5" fmla="*/ 177800 w 2501900"/>
              <a:gd name="csY5" fmla="*/ 1156554 h 1884638"/>
              <a:gd name="csX6" fmla="*/ 215900 w 2501900"/>
              <a:gd name="csY6" fmla="*/ 1194654 h 1884638"/>
              <a:gd name="csX7" fmla="*/ 342900 w 2501900"/>
              <a:gd name="csY7" fmla="*/ 1296254 h 1884638"/>
              <a:gd name="csX8" fmla="*/ 622300 w 2501900"/>
              <a:gd name="csY8" fmla="*/ 1283554 h 1884638"/>
              <a:gd name="csX9" fmla="*/ 711200 w 2501900"/>
              <a:gd name="csY9" fmla="*/ 1258154 h 1884638"/>
              <a:gd name="csX10" fmla="*/ 825500 w 2501900"/>
              <a:gd name="csY10" fmla="*/ 1220054 h 1884638"/>
              <a:gd name="csX11" fmla="*/ 1003300 w 2501900"/>
              <a:gd name="csY11" fmla="*/ 1067654 h 1884638"/>
              <a:gd name="csX12" fmla="*/ 958850 w 2501900"/>
              <a:gd name="csY12" fmla="*/ 604104 h 1884638"/>
              <a:gd name="csX13" fmla="*/ 946150 w 2501900"/>
              <a:gd name="csY13" fmla="*/ 515204 h 1884638"/>
              <a:gd name="csX14" fmla="*/ 901700 w 2501900"/>
              <a:gd name="csY14" fmla="*/ 464404 h 1884638"/>
              <a:gd name="csX15" fmla="*/ 838200 w 2501900"/>
              <a:gd name="csY15" fmla="*/ 413604 h 1884638"/>
              <a:gd name="csX16" fmla="*/ 825500 w 2501900"/>
              <a:gd name="csY16" fmla="*/ 445354 h 1884638"/>
              <a:gd name="csX17" fmla="*/ 781050 w 2501900"/>
              <a:gd name="csY17" fmla="*/ 458054 h 1884638"/>
              <a:gd name="csX18" fmla="*/ 622300 w 2501900"/>
              <a:gd name="csY18" fmla="*/ 610454 h 1884638"/>
              <a:gd name="csX19" fmla="*/ 711200 w 2501900"/>
              <a:gd name="csY19" fmla="*/ 750154 h 1884638"/>
              <a:gd name="csX20" fmla="*/ 800100 w 2501900"/>
              <a:gd name="csY20" fmla="*/ 851754 h 1884638"/>
              <a:gd name="csX21" fmla="*/ 838200 w 2501900"/>
              <a:gd name="csY21" fmla="*/ 864454 h 1884638"/>
              <a:gd name="csX22" fmla="*/ 914400 w 2501900"/>
              <a:gd name="csY22" fmla="*/ 877154 h 1884638"/>
              <a:gd name="csX23" fmla="*/ 1168400 w 2501900"/>
              <a:gd name="csY23" fmla="*/ 953354 h 1884638"/>
              <a:gd name="csX24" fmla="*/ 1308100 w 2501900"/>
              <a:gd name="csY24" fmla="*/ 1067654 h 1884638"/>
              <a:gd name="csX25" fmla="*/ 1485900 w 2501900"/>
              <a:gd name="csY25" fmla="*/ 1258154 h 1884638"/>
              <a:gd name="csX26" fmla="*/ 1524000 w 2501900"/>
              <a:gd name="csY26" fmla="*/ 1372454 h 1884638"/>
              <a:gd name="csX27" fmla="*/ 1498600 w 2501900"/>
              <a:gd name="csY27" fmla="*/ 1537554 h 1884638"/>
              <a:gd name="csX28" fmla="*/ 1447800 w 2501900"/>
              <a:gd name="csY28" fmla="*/ 1588354 h 1884638"/>
              <a:gd name="csX29" fmla="*/ 1358900 w 2501900"/>
              <a:gd name="csY29" fmla="*/ 1626454 h 1884638"/>
              <a:gd name="csX30" fmla="*/ 1257300 w 2501900"/>
              <a:gd name="csY30" fmla="*/ 1715354 h 1884638"/>
              <a:gd name="csX31" fmla="*/ 1181100 w 2501900"/>
              <a:gd name="csY31" fmla="*/ 1766154 h 1884638"/>
              <a:gd name="csX32" fmla="*/ 1257300 w 2501900"/>
              <a:gd name="csY32" fmla="*/ 854 h 1884638"/>
              <a:gd name="csX33" fmla="*/ 1181100 w 2501900"/>
              <a:gd name="csY33" fmla="*/ 388204 h 1884638"/>
              <a:gd name="csX34" fmla="*/ 1244600 w 2501900"/>
              <a:gd name="csY34" fmla="*/ 178654 h 1884638"/>
              <a:gd name="csX35" fmla="*/ 1041400 w 2501900"/>
              <a:gd name="csY35" fmla="*/ 1435954 h 1884638"/>
              <a:gd name="csX36" fmla="*/ 1231900 w 2501900"/>
              <a:gd name="csY36" fmla="*/ 1245454 h 1884638"/>
              <a:gd name="csX37" fmla="*/ 1397000 w 2501900"/>
              <a:gd name="csY37" fmla="*/ 318354 h 1884638"/>
              <a:gd name="csX38" fmla="*/ 1689100 w 2501900"/>
              <a:gd name="csY38" fmla="*/ 1004154 h 1884638"/>
              <a:gd name="csX39" fmla="*/ 1778000 w 2501900"/>
              <a:gd name="csY39" fmla="*/ 927954 h 1884638"/>
              <a:gd name="csX40" fmla="*/ 1917700 w 2501900"/>
              <a:gd name="csY40" fmla="*/ 775554 h 1884638"/>
              <a:gd name="csX41" fmla="*/ 1943100 w 2501900"/>
              <a:gd name="csY41" fmla="*/ 712054 h 1884638"/>
              <a:gd name="csX42" fmla="*/ 1930400 w 2501900"/>
              <a:gd name="csY42" fmla="*/ 521554 h 1884638"/>
              <a:gd name="csX43" fmla="*/ 1892300 w 2501900"/>
              <a:gd name="csY43" fmla="*/ 470754 h 1884638"/>
              <a:gd name="csX44" fmla="*/ 1841500 w 2501900"/>
              <a:gd name="csY44" fmla="*/ 458054 h 1884638"/>
              <a:gd name="csX45" fmla="*/ 1739900 w 2501900"/>
              <a:gd name="csY45" fmla="*/ 483454 h 1884638"/>
              <a:gd name="csX46" fmla="*/ 1714500 w 2501900"/>
              <a:gd name="csY46" fmla="*/ 521554 h 1884638"/>
              <a:gd name="csX47" fmla="*/ 1625600 w 2501900"/>
              <a:gd name="csY47" fmla="*/ 623154 h 1884638"/>
              <a:gd name="csX48" fmla="*/ 1663700 w 2501900"/>
              <a:gd name="csY48" fmla="*/ 927954 h 1884638"/>
              <a:gd name="csX49" fmla="*/ 1752600 w 2501900"/>
              <a:gd name="csY49" fmla="*/ 1004154 h 1884638"/>
              <a:gd name="csX50" fmla="*/ 1930400 w 2501900"/>
              <a:gd name="csY50" fmla="*/ 1181954 h 1884638"/>
              <a:gd name="csX51" fmla="*/ 2006600 w 2501900"/>
              <a:gd name="csY51" fmla="*/ 1270854 h 1884638"/>
              <a:gd name="csX52" fmla="*/ 2044700 w 2501900"/>
              <a:gd name="csY52" fmla="*/ 1296254 h 1884638"/>
              <a:gd name="csX53" fmla="*/ 2247900 w 2501900"/>
              <a:gd name="csY53" fmla="*/ 1347054 h 1884638"/>
              <a:gd name="csX54" fmla="*/ 2489200 w 2501900"/>
              <a:gd name="csY54" fmla="*/ 1232754 h 1884638"/>
              <a:gd name="csX55" fmla="*/ 2501900 w 2501900"/>
              <a:gd name="csY55" fmla="*/ 1207354 h 1884638"/>
              <a:gd name="csX0" fmla="*/ 0 w 2501900"/>
              <a:gd name="csY0" fmla="*/ 978754 h 1884638"/>
              <a:gd name="csX1" fmla="*/ 107950 w 2501900"/>
              <a:gd name="csY1" fmla="*/ 985104 h 1884638"/>
              <a:gd name="csX2" fmla="*/ 50800 w 2501900"/>
              <a:gd name="csY2" fmla="*/ 1067654 h 1884638"/>
              <a:gd name="csX3" fmla="*/ 88900 w 2501900"/>
              <a:gd name="csY3" fmla="*/ 1080354 h 1884638"/>
              <a:gd name="csX4" fmla="*/ 139700 w 2501900"/>
              <a:gd name="csY4" fmla="*/ 1105754 h 1884638"/>
              <a:gd name="csX5" fmla="*/ 177800 w 2501900"/>
              <a:gd name="csY5" fmla="*/ 1156554 h 1884638"/>
              <a:gd name="csX6" fmla="*/ 215900 w 2501900"/>
              <a:gd name="csY6" fmla="*/ 1194654 h 1884638"/>
              <a:gd name="csX7" fmla="*/ 342900 w 2501900"/>
              <a:gd name="csY7" fmla="*/ 1296254 h 1884638"/>
              <a:gd name="csX8" fmla="*/ 622300 w 2501900"/>
              <a:gd name="csY8" fmla="*/ 1283554 h 1884638"/>
              <a:gd name="csX9" fmla="*/ 711200 w 2501900"/>
              <a:gd name="csY9" fmla="*/ 1258154 h 1884638"/>
              <a:gd name="csX10" fmla="*/ 825500 w 2501900"/>
              <a:gd name="csY10" fmla="*/ 1220054 h 1884638"/>
              <a:gd name="csX11" fmla="*/ 1003300 w 2501900"/>
              <a:gd name="csY11" fmla="*/ 1067654 h 1884638"/>
              <a:gd name="csX12" fmla="*/ 958850 w 2501900"/>
              <a:gd name="csY12" fmla="*/ 604104 h 1884638"/>
              <a:gd name="csX13" fmla="*/ 946150 w 2501900"/>
              <a:gd name="csY13" fmla="*/ 515204 h 1884638"/>
              <a:gd name="csX14" fmla="*/ 901700 w 2501900"/>
              <a:gd name="csY14" fmla="*/ 464404 h 1884638"/>
              <a:gd name="csX15" fmla="*/ 838200 w 2501900"/>
              <a:gd name="csY15" fmla="*/ 413604 h 1884638"/>
              <a:gd name="csX16" fmla="*/ 825500 w 2501900"/>
              <a:gd name="csY16" fmla="*/ 445354 h 1884638"/>
              <a:gd name="csX17" fmla="*/ 781050 w 2501900"/>
              <a:gd name="csY17" fmla="*/ 458054 h 1884638"/>
              <a:gd name="csX18" fmla="*/ 622300 w 2501900"/>
              <a:gd name="csY18" fmla="*/ 610454 h 1884638"/>
              <a:gd name="csX19" fmla="*/ 711200 w 2501900"/>
              <a:gd name="csY19" fmla="*/ 750154 h 1884638"/>
              <a:gd name="csX20" fmla="*/ 800100 w 2501900"/>
              <a:gd name="csY20" fmla="*/ 851754 h 1884638"/>
              <a:gd name="csX21" fmla="*/ 838200 w 2501900"/>
              <a:gd name="csY21" fmla="*/ 864454 h 1884638"/>
              <a:gd name="csX22" fmla="*/ 914400 w 2501900"/>
              <a:gd name="csY22" fmla="*/ 877154 h 1884638"/>
              <a:gd name="csX23" fmla="*/ 1168400 w 2501900"/>
              <a:gd name="csY23" fmla="*/ 953354 h 1884638"/>
              <a:gd name="csX24" fmla="*/ 1308100 w 2501900"/>
              <a:gd name="csY24" fmla="*/ 1067654 h 1884638"/>
              <a:gd name="csX25" fmla="*/ 1485900 w 2501900"/>
              <a:gd name="csY25" fmla="*/ 1258154 h 1884638"/>
              <a:gd name="csX26" fmla="*/ 1524000 w 2501900"/>
              <a:gd name="csY26" fmla="*/ 1372454 h 1884638"/>
              <a:gd name="csX27" fmla="*/ 1498600 w 2501900"/>
              <a:gd name="csY27" fmla="*/ 1537554 h 1884638"/>
              <a:gd name="csX28" fmla="*/ 1447800 w 2501900"/>
              <a:gd name="csY28" fmla="*/ 1588354 h 1884638"/>
              <a:gd name="csX29" fmla="*/ 1358900 w 2501900"/>
              <a:gd name="csY29" fmla="*/ 1626454 h 1884638"/>
              <a:gd name="csX30" fmla="*/ 1257300 w 2501900"/>
              <a:gd name="csY30" fmla="*/ 1715354 h 1884638"/>
              <a:gd name="csX31" fmla="*/ 1181100 w 2501900"/>
              <a:gd name="csY31" fmla="*/ 1766154 h 1884638"/>
              <a:gd name="csX32" fmla="*/ 1257300 w 2501900"/>
              <a:gd name="csY32" fmla="*/ 854 h 1884638"/>
              <a:gd name="csX33" fmla="*/ 1181100 w 2501900"/>
              <a:gd name="csY33" fmla="*/ 388204 h 1884638"/>
              <a:gd name="csX34" fmla="*/ 1244600 w 2501900"/>
              <a:gd name="csY34" fmla="*/ 178654 h 1884638"/>
              <a:gd name="csX35" fmla="*/ 1219200 w 2501900"/>
              <a:gd name="csY35" fmla="*/ 419954 h 1884638"/>
              <a:gd name="csX36" fmla="*/ 1231900 w 2501900"/>
              <a:gd name="csY36" fmla="*/ 1245454 h 1884638"/>
              <a:gd name="csX37" fmla="*/ 1397000 w 2501900"/>
              <a:gd name="csY37" fmla="*/ 318354 h 1884638"/>
              <a:gd name="csX38" fmla="*/ 1689100 w 2501900"/>
              <a:gd name="csY38" fmla="*/ 1004154 h 1884638"/>
              <a:gd name="csX39" fmla="*/ 1778000 w 2501900"/>
              <a:gd name="csY39" fmla="*/ 927954 h 1884638"/>
              <a:gd name="csX40" fmla="*/ 1917700 w 2501900"/>
              <a:gd name="csY40" fmla="*/ 775554 h 1884638"/>
              <a:gd name="csX41" fmla="*/ 1943100 w 2501900"/>
              <a:gd name="csY41" fmla="*/ 712054 h 1884638"/>
              <a:gd name="csX42" fmla="*/ 1930400 w 2501900"/>
              <a:gd name="csY42" fmla="*/ 521554 h 1884638"/>
              <a:gd name="csX43" fmla="*/ 1892300 w 2501900"/>
              <a:gd name="csY43" fmla="*/ 470754 h 1884638"/>
              <a:gd name="csX44" fmla="*/ 1841500 w 2501900"/>
              <a:gd name="csY44" fmla="*/ 458054 h 1884638"/>
              <a:gd name="csX45" fmla="*/ 1739900 w 2501900"/>
              <a:gd name="csY45" fmla="*/ 483454 h 1884638"/>
              <a:gd name="csX46" fmla="*/ 1714500 w 2501900"/>
              <a:gd name="csY46" fmla="*/ 521554 h 1884638"/>
              <a:gd name="csX47" fmla="*/ 1625600 w 2501900"/>
              <a:gd name="csY47" fmla="*/ 623154 h 1884638"/>
              <a:gd name="csX48" fmla="*/ 1663700 w 2501900"/>
              <a:gd name="csY48" fmla="*/ 927954 h 1884638"/>
              <a:gd name="csX49" fmla="*/ 1752600 w 2501900"/>
              <a:gd name="csY49" fmla="*/ 1004154 h 1884638"/>
              <a:gd name="csX50" fmla="*/ 1930400 w 2501900"/>
              <a:gd name="csY50" fmla="*/ 1181954 h 1884638"/>
              <a:gd name="csX51" fmla="*/ 2006600 w 2501900"/>
              <a:gd name="csY51" fmla="*/ 1270854 h 1884638"/>
              <a:gd name="csX52" fmla="*/ 2044700 w 2501900"/>
              <a:gd name="csY52" fmla="*/ 1296254 h 1884638"/>
              <a:gd name="csX53" fmla="*/ 2247900 w 2501900"/>
              <a:gd name="csY53" fmla="*/ 1347054 h 1884638"/>
              <a:gd name="csX54" fmla="*/ 2489200 w 2501900"/>
              <a:gd name="csY54" fmla="*/ 1232754 h 1884638"/>
              <a:gd name="csX55" fmla="*/ 2501900 w 2501900"/>
              <a:gd name="csY55" fmla="*/ 1207354 h 1884638"/>
              <a:gd name="csX0" fmla="*/ 0 w 2501900"/>
              <a:gd name="csY0" fmla="*/ 978754 h 1884638"/>
              <a:gd name="csX1" fmla="*/ 107950 w 2501900"/>
              <a:gd name="csY1" fmla="*/ 985104 h 1884638"/>
              <a:gd name="csX2" fmla="*/ 50800 w 2501900"/>
              <a:gd name="csY2" fmla="*/ 1067654 h 1884638"/>
              <a:gd name="csX3" fmla="*/ 88900 w 2501900"/>
              <a:gd name="csY3" fmla="*/ 1080354 h 1884638"/>
              <a:gd name="csX4" fmla="*/ 139700 w 2501900"/>
              <a:gd name="csY4" fmla="*/ 1105754 h 1884638"/>
              <a:gd name="csX5" fmla="*/ 177800 w 2501900"/>
              <a:gd name="csY5" fmla="*/ 1156554 h 1884638"/>
              <a:gd name="csX6" fmla="*/ 215900 w 2501900"/>
              <a:gd name="csY6" fmla="*/ 1194654 h 1884638"/>
              <a:gd name="csX7" fmla="*/ 342900 w 2501900"/>
              <a:gd name="csY7" fmla="*/ 1296254 h 1884638"/>
              <a:gd name="csX8" fmla="*/ 622300 w 2501900"/>
              <a:gd name="csY8" fmla="*/ 1283554 h 1884638"/>
              <a:gd name="csX9" fmla="*/ 711200 w 2501900"/>
              <a:gd name="csY9" fmla="*/ 1258154 h 1884638"/>
              <a:gd name="csX10" fmla="*/ 825500 w 2501900"/>
              <a:gd name="csY10" fmla="*/ 1220054 h 1884638"/>
              <a:gd name="csX11" fmla="*/ 1003300 w 2501900"/>
              <a:gd name="csY11" fmla="*/ 1067654 h 1884638"/>
              <a:gd name="csX12" fmla="*/ 958850 w 2501900"/>
              <a:gd name="csY12" fmla="*/ 604104 h 1884638"/>
              <a:gd name="csX13" fmla="*/ 946150 w 2501900"/>
              <a:gd name="csY13" fmla="*/ 515204 h 1884638"/>
              <a:gd name="csX14" fmla="*/ 901700 w 2501900"/>
              <a:gd name="csY14" fmla="*/ 464404 h 1884638"/>
              <a:gd name="csX15" fmla="*/ 838200 w 2501900"/>
              <a:gd name="csY15" fmla="*/ 413604 h 1884638"/>
              <a:gd name="csX16" fmla="*/ 825500 w 2501900"/>
              <a:gd name="csY16" fmla="*/ 445354 h 1884638"/>
              <a:gd name="csX17" fmla="*/ 781050 w 2501900"/>
              <a:gd name="csY17" fmla="*/ 458054 h 1884638"/>
              <a:gd name="csX18" fmla="*/ 622300 w 2501900"/>
              <a:gd name="csY18" fmla="*/ 610454 h 1884638"/>
              <a:gd name="csX19" fmla="*/ 711200 w 2501900"/>
              <a:gd name="csY19" fmla="*/ 750154 h 1884638"/>
              <a:gd name="csX20" fmla="*/ 800100 w 2501900"/>
              <a:gd name="csY20" fmla="*/ 851754 h 1884638"/>
              <a:gd name="csX21" fmla="*/ 838200 w 2501900"/>
              <a:gd name="csY21" fmla="*/ 864454 h 1884638"/>
              <a:gd name="csX22" fmla="*/ 914400 w 2501900"/>
              <a:gd name="csY22" fmla="*/ 877154 h 1884638"/>
              <a:gd name="csX23" fmla="*/ 1168400 w 2501900"/>
              <a:gd name="csY23" fmla="*/ 953354 h 1884638"/>
              <a:gd name="csX24" fmla="*/ 1308100 w 2501900"/>
              <a:gd name="csY24" fmla="*/ 1067654 h 1884638"/>
              <a:gd name="csX25" fmla="*/ 1485900 w 2501900"/>
              <a:gd name="csY25" fmla="*/ 1258154 h 1884638"/>
              <a:gd name="csX26" fmla="*/ 1524000 w 2501900"/>
              <a:gd name="csY26" fmla="*/ 1372454 h 1884638"/>
              <a:gd name="csX27" fmla="*/ 1498600 w 2501900"/>
              <a:gd name="csY27" fmla="*/ 1537554 h 1884638"/>
              <a:gd name="csX28" fmla="*/ 1447800 w 2501900"/>
              <a:gd name="csY28" fmla="*/ 1588354 h 1884638"/>
              <a:gd name="csX29" fmla="*/ 1358900 w 2501900"/>
              <a:gd name="csY29" fmla="*/ 1626454 h 1884638"/>
              <a:gd name="csX30" fmla="*/ 1257300 w 2501900"/>
              <a:gd name="csY30" fmla="*/ 1715354 h 1884638"/>
              <a:gd name="csX31" fmla="*/ 1181100 w 2501900"/>
              <a:gd name="csY31" fmla="*/ 1766154 h 1884638"/>
              <a:gd name="csX32" fmla="*/ 1257300 w 2501900"/>
              <a:gd name="csY32" fmla="*/ 854 h 1884638"/>
              <a:gd name="csX33" fmla="*/ 1181100 w 2501900"/>
              <a:gd name="csY33" fmla="*/ 388204 h 1884638"/>
              <a:gd name="csX34" fmla="*/ 1244600 w 2501900"/>
              <a:gd name="csY34" fmla="*/ 178654 h 1884638"/>
              <a:gd name="csX35" fmla="*/ 1219200 w 2501900"/>
              <a:gd name="csY35" fmla="*/ 419954 h 1884638"/>
              <a:gd name="csX36" fmla="*/ 1250950 w 2501900"/>
              <a:gd name="csY36" fmla="*/ 350104 h 1884638"/>
              <a:gd name="csX37" fmla="*/ 1397000 w 2501900"/>
              <a:gd name="csY37" fmla="*/ 318354 h 1884638"/>
              <a:gd name="csX38" fmla="*/ 1689100 w 2501900"/>
              <a:gd name="csY38" fmla="*/ 1004154 h 1884638"/>
              <a:gd name="csX39" fmla="*/ 1778000 w 2501900"/>
              <a:gd name="csY39" fmla="*/ 927954 h 1884638"/>
              <a:gd name="csX40" fmla="*/ 1917700 w 2501900"/>
              <a:gd name="csY40" fmla="*/ 775554 h 1884638"/>
              <a:gd name="csX41" fmla="*/ 1943100 w 2501900"/>
              <a:gd name="csY41" fmla="*/ 712054 h 1884638"/>
              <a:gd name="csX42" fmla="*/ 1930400 w 2501900"/>
              <a:gd name="csY42" fmla="*/ 521554 h 1884638"/>
              <a:gd name="csX43" fmla="*/ 1892300 w 2501900"/>
              <a:gd name="csY43" fmla="*/ 470754 h 1884638"/>
              <a:gd name="csX44" fmla="*/ 1841500 w 2501900"/>
              <a:gd name="csY44" fmla="*/ 458054 h 1884638"/>
              <a:gd name="csX45" fmla="*/ 1739900 w 2501900"/>
              <a:gd name="csY45" fmla="*/ 483454 h 1884638"/>
              <a:gd name="csX46" fmla="*/ 1714500 w 2501900"/>
              <a:gd name="csY46" fmla="*/ 521554 h 1884638"/>
              <a:gd name="csX47" fmla="*/ 1625600 w 2501900"/>
              <a:gd name="csY47" fmla="*/ 623154 h 1884638"/>
              <a:gd name="csX48" fmla="*/ 1663700 w 2501900"/>
              <a:gd name="csY48" fmla="*/ 927954 h 1884638"/>
              <a:gd name="csX49" fmla="*/ 1752600 w 2501900"/>
              <a:gd name="csY49" fmla="*/ 1004154 h 1884638"/>
              <a:gd name="csX50" fmla="*/ 1930400 w 2501900"/>
              <a:gd name="csY50" fmla="*/ 1181954 h 1884638"/>
              <a:gd name="csX51" fmla="*/ 2006600 w 2501900"/>
              <a:gd name="csY51" fmla="*/ 1270854 h 1884638"/>
              <a:gd name="csX52" fmla="*/ 2044700 w 2501900"/>
              <a:gd name="csY52" fmla="*/ 1296254 h 1884638"/>
              <a:gd name="csX53" fmla="*/ 2247900 w 2501900"/>
              <a:gd name="csY53" fmla="*/ 1347054 h 1884638"/>
              <a:gd name="csX54" fmla="*/ 2489200 w 2501900"/>
              <a:gd name="csY54" fmla="*/ 1232754 h 1884638"/>
              <a:gd name="csX55" fmla="*/ 2501900 w 2501900"/>
              <a:gd name="csY55" fmla="*/ 1207354 h 1884638"/>
              <a:gd name="csX0" fmla="*/ 0 w 2501900"/>
              <a:gd name="csY0" fmla="*/ 978754 h 1884638"/>
              <a:gd name="csX1" fmla="*/ 107950 w 2501900"/>
              <a:gd name="csY1" fmla="*/ 985104 h 1884638"/>
              <a:gd name="csX2" fmla="*/ 50800 w 2501900"/>
              <a:gd name="csY2" fmla="*/ 1067654 h 1884638"/>
              <a:gd name="csX3" fmla="*/ 88900 w 2501900"/>
              <a:gd name="csY3" fmla="*/ 1080354 h 1884638"/>
              <a:gd name="csX4" fmla="*/ 139700 w 2501900"/>
              <a:gd name="csY4" fmla="*/ 1105754 h 1884638"/>
              <a:gd name="csX5" fmla="*/ 177800 w 2501900"/>
              <a:gd name="csY5" fmla="*/ 1156554 h 1884638"/>
              <a:gd name="csX6" fmla="*/ 215900 w 2501900"/>
              <a:gd name="csY6" fmla="*/ 1194654 h 1884638"/>
              <a:gd name="csX7" fmla="*/ 342900 w 2501900"/>
              <a:gd name="csY7" fmla="*/ 1296254 h 1884638"/>
              <a:gd name="csX8" fmla="*/ 622300 w 2501900"/>
              <a:gd name="csY8" fmla="*/ 1283554 h 1884638"/>
              <a:gd name="csX9" fmla="*/ 711200 w 2501900"/>
              <a:gd name="csY9" fmla="*/ 1258154 h 1884638"/>
              <a:gd name="csX10" fmla="*/ 825500 w 2501900"/>
              <a:gd name="csY10" fmla="*/ 1220054 h 1884638"/>
              <a:gd name="csX11" fmla="*/ 1003300 w 2501900"/>
              <a:gd name="csY11" fmla="*/ 1067654 h 1884638"/>
              <a:gd name="csX12" fmla="*/ 958850 w 2501900"/>
              <a:gd name="csY12" fmla="*/ 604104 h 1884638"/>
              <a:gd name="csX13" fmla="*/ 946150 w 2501900"/>
              <a:gd name="csY13" fmla="*/ 515204 h 1884638"/>
              <a:gd name="csX14" fmla="*/ 901700 w 2501900"/>
              <a:gd name="csY14" fmla="*/ 464404 h 1884638"/>
              <a:gd name="csX15" fmla="*/ 838200 w 2501900"/>
              <a:gd name="csY15" fmla="*/ 413604 h 1884638"/>
              <a:gd name="csX16" fmla="*/ 825500 w 2501900"/>
              <a:gd name="csY16" fmla="*/ 445354 h 1884638"/>
              <a:gd name="csX17" fmla="*/ 781050 w 2501900"/>
              <a:gd name="csY17" fmla="*/ 458054 h 1884638"/>
              <a:gd name="csX18" fmla="*/ 622300 w 2501900"/>
              <a:gd name="csY18" fmla="*/ 610454 h 1884638"/>
              <a:gd name="csX19" fmla="*/ 711200 w 2501900"/>
              <a:gd name="csY19" fmla="*/ 750154 h 1884638"/>
              <a:gd name="csX20" fmla="*/ 800100 w 2501900"/>
              <a:gd name="csY20" fmla="*/ 851754 h 1884638"/>
              <a:gd name="csX21" fmla="*/ 838200 w 2501900"/>
              <a:gd name="csY21" fmla="*/ 864454 h 1884638"/>
              <a:gd name="csX22" fmla="*/ 914400 w 2501900"/>
              <a:gd name="csY22" fmla="*/ 877154 h 1884638"/>
              <a:gd name="csX23" fmla="*/ 1168400 w 2501900"/>
              <a:gd name="csY23" fmla="*/ 953354 h 1884638"/>
              <a:gd name="csX24" fmla="*/ 1289050 w 2501900"/>
              <a:gd name="csY24" fmla="*/ 1061304 h 1884638"/>
              <a:gd name="csX25" fmla="*/ 1485900 w 2501900"/>
              <a:gd name="csY25" fmla="*/ 1258154 h 1884638"/>
              <a:gd name="csX26" fmla="*/ 1524000 w 2501900"/>
              <a:gd name="csY26" fmla="*/ 1372454 h 1884638"/>
              <a:gd name="csX27" fmla="*/ 1498600 w 2501900"/>
              <a:gd name="csY27" fmla="*/ 1537554 h 1884638"/>
              <a:gd name="csX28" fmla="*/ 1447800 w 2501900"/>
              <a:gd name="csY28" fmla="*/ 1588354 h 1884638"/>
              <a:gd name="csX29" fmla="*/ 1358900 w 2501900"/>
              <a:gd name="csY29" fmla="*/ 1626454 h 1884638"/>
              <a:gd name="csX30" fmla="*/ 1257300 w 2501900"/>
              <a:gd name="csY30" fmla="*/ 1715354 h 1884638"/>
              <a:gd name="csX31" fmla="*/ 1181100 w 2501900"/>
              <a:gd name="csY31" fmla="*/ 1766154 h 1884638"/>
              <a:gd name="csX32" fmla="*/ 1257300 w 2501900"/>
              <a:gd name="csY32" fmla="*/ 854 h 1884638"/>
              <a:gd name="csX33" fmla="*/ 1181100 w 2501900"/>
              <a:gd name="csY33" fmla="*/ 388204 h 1884638"/>
              <a:gd name="csX34" fmla="*/ 1244600 w 2501900"/>
              <a:gd name="csY34" fmla="*/ 178654 h 1884638"/>
              <a:gd name="csX35" fmla="*/ 1219200 w 2501900"/>
              <a:gd name="csY35" fmla="*/ 419954 h 1884638"/>
              <a:gd name="csX36" fmla="*/ 1250950 w 2501900"/>
              <a:gd name="csY36" fmla="*/ 350104 h 1884638"/>
              <a:gd name="csX37" fmla="*/ 1397000 w 2501900"/>
              <a:gd name="csY37" fmla="*/ 318354 h 1884638"/>
              <a:gd name="csX38" fmla="*/ 1689100 w 2501900"/>
              <a:gd name="csY38" fmla="*/ 1004154 h 1884638"/>
              <a:gd name="csX39" fmla="*/ 1778000 w 2501900"/>
              <a:gd name="csY39" fmla="*/ 927954 h 1884638"/>
              <a:gd name="csX40" fmla="*/ 1917700 w 2501900"/>
              <a:gd name="csY40" fmla="*/ 775554 h 1884638"/>
              <a:gd name="csX41" fmla="*/ 1943100 w 2501900"/>
              <a:gd name="csY41" fmla="*/ 712054 h 1884638"/>
              <a:gd name="csX42" fmla="*/ 1930400 w 2501900"/>
              <a:gd name="csY42" fmla="*/ 521554 h 1884638"/>
              <a:gd name="csX43" fmla="*/ 1892300 w 2501900"/>
              <a:gd name="csY43" fmla="*/ 470754 h 1884638"/>
              <a:gd name="csX44" fmla="*/ 1841500 w 2501900"/>
              <a:gd name="csY44" fmla="*/ 458054 h 1884638"/>
              <a:gd name="csX45" fmla="*/ 1739900 w 2501900"/>
              <a:gd name="csY45" fmla="*/ 483454 h 1884638"/>
              <a:gd name="csX46" fmla="*/ 1714500 w 2501900"/>
              <a:gd name="csY46" fmla="*/ 521554 h 1884638"/>
              <a:gd name="csX47" fmla="*/ 1625600 w 2501900"/>
              <a:gd name="csY47" fmla="*/ 623154 h 1884638"/>
              <a:gd name="csX48" fmla="*/ 1663700 w 2501900"/>
              <a:gd name="csY48" fmla="*/ 927954 h 1884638"/>
              <a:gd name="csX49" fmla="*/ 1752600 w 2501900"/>
              <a:gd name="csY49" fmla="*/ 1004154 h 1884638"/>
              <a:gd name="csX50" fmla="*/ 1930400 w 2501900"/>
              <a:gd name="csY50" fmla="*/ 1181954 h 1884638"/>
              <a:gd name="csX51" fmla="*/ 2006600 w 2501900"/>
              <a:gd name="csY51" fmla="*/ 1270854 h 1884638"/>
              <a:gd name="csX52" fmla="*/ 2044700 w 2501900"/>
              <a:gd name="csY52" fmla="*/ 1296254 h 1884638"/>
              <a:gd name="csX53" fmla="*/ 2247900 w 2501900"/>
              <a:gd name="csY53" fmla="*/ 1347054 h 1884638"/>
              <a:gd name="csX54" fmla="*/ 2489200 w 2501900"/>
              <a:gd name="csY54" fmla="*/ 1232754 h 1884638"/>
              <a:gd name="csX55" fmla="*/ 2501900 w 2501900"/>
              <a:gd name="csY55" fmla="*/ 1207354 h 1884638"/>
              <a:gd name="csX0" fmla="*/ 0 w 2501900"/>
              <a:gd name="csY0" fmla="*/ 1075108 h 1980992"/>
              <a:gd name="csX1" fmla="*/ 107950 w 2501900"/>
              <a:gd name="csY1" fmla="*/ 1081458 h 1980992"/>
              <a:gd name="csX2" fmla="*/ 50800 w 2501900"/>
              <a:gd name="csY2" fmla="*/ 1164008 h 1980992"/>
              <a:gd name="csX3" fmla="*/ 88900 w 2501900"/>
              <a:gd name="csY3" fmla="*/ 1176708 h 1980992"/>
              <a:gd name="csX4" fmla="*/ 139700 w 2501900"/>
              <a:gd name="csY4" fmla="*/ 1202108 h 1980992"/>
              <a:gd name="csX5" fmla="*/ 177800 w 2501900"/>
              <a:gd name="csY5" fmla="*/ 1252908 h 1980992"/>
              <a:gd name="csX6" fmla="*/ 215900 w 2501900"/>
              <a:gd name="csY6" fmla="*/ 1291008 h 1980992"/>
              <a:gd name="csX7" fmla="*/ 342900 w 2501900"/>
              <a:gd name="csY7" fmla="*/ 1392608 h 1980992"/>
              <a:gd name="csX8" fmla="*/ 622300 w 2501900"/>
              <a:gd name="csY8" fmla="*/ 1379908 h 1980992"/>
              <a:gd name="csX9" fmla="*/ 711200 w 2501900"/>
              <a:gd name="csY9" fmla="*/ 1354508 h 1980992"/>
              <a:gd name="csX10" fmla="*/ 825500 w 2501900"/>
              <a:gd name="csY10" fmla="*/ 1316408 h 1980992"/>
              <a:gd name="csX11" fmla="*/ 1003300 w 2501900"/>
              <a:gd name="csY11" fmla="*/ 1164008 h 1980992"/>
              <a:gd name="csX12" fmla="*/ 958850 w 2501900"/>
              <a:gd name="csY12" fmla="*/ 700458 h 1980992"/>
              <a:gd name="csX13" fmla="*/ 946150 w 2501900"/>
              <a:gd name="csY13" fmla="*/ 611558 h 1980992"/>
              <a:gd name="csX14" fmla="*/ 901700 w 2501900"/>
              <a:gd name="csY14" fmla="*/ 560758 h 1980992"/>
              <a:gd name="csX15" fmla="*/ 838200 w 2501900"/>
              <a:gd name="csY15" fmla="*/ 509958 h 1980992"/>
              <a:gd name="csX16" fmla="*/ 825500 w 2501900"/>
              <a:gd name="csY16" fmla="*/ 541708 h 1980992"/>
              <a:gd name="csX17" fmla="*/ 781050 w 2501900"/>
              <a:gd name="csY17" fmla="*/ 554408 h 1980992"/>
              <a:gd name="csX18" fmla="*/ 622300 w 2501900"/>
              <a:gd name="csY18" fmla="*/ 706808 h 1980992"/>
              <a:gd name="csX19" fmla="*/ 711200 w 2501900"/>
              <a:gd name="csY19" fmla="*/ 846508 h 1980992"/>
              <a:gd name="csX20" fmla="*/ 800100 w 2501900"/>
              <a:gd name="csY20" fmla="*/ 948108 h 1980992"/>
              <a:gd name="csX21" fmla="*/ 838200 w 2501900"/>
              <a:gd name="csY21" fmla="*/ 960808 h 1980992"/>
              <a:gd name="csX22" fmla="*/ 914400 w 2501900"/>
              <a:gd name="csY22" fmla="*/ 973508 h 1980992"/>
              <a:gd name="csX23" fmla="*/ 1168400 w 2501900"/>
              <a:gd name="csY23" fmla="*/ 1049708 h 1980992"/>
              <a:gd name="csX24" fmla="*/ 1289050 w 2501900"/>
              <a:gd name="csY24" fmla="*/ 1157658 h 1980992"/>
              <a:gd name="csX25" fmla="*/ 1485900 w 2501900"/>
              <a:gd name="csY25" fmla="*/ 1354508 h 1980992"/>
              <a:gd name="csX26" fmla="*/ 1524000 w 2501900"/>
              <a:gd name="csY26" fmla="*/ 1468808 h 1980992"/>
              <a:gd name="csX27" fmla="*/ 1498600 w 2501900"/>
              <a:gd name="csY27" fmla="*/ 1633908 h 1980992"/>
              <a:gd name="csX28" fmla="*/ 1447800 w 2501900"/>
              <a:gd name="csY28" fmla="*/ 1684708 h 1980992"/>
              <a:gd name="csX29" fmla="*/ 1358900 w 2501900"/>
              <a:gd name="csY29" fmla="*/ 1722808 h 1980992"/>
              <a:gd name="csX30" fmla="*/ 1257300 w 2501900"/>
              <a:gd name="csY30" fmla="*/ 1811708 h 1980992"/>
              <a:gd name="csX31" fmla="*/ 1181100 w 2501900"/>
              <a:gd name="csY31" fmla="*/ 1862508 h 1980992"/>
              <a:gd name="csX32" fmla="*/ 1257300 w 2501900"/>
              <a:gd name="csY32" fmla="*/ 97208 h 1980992"/>
              <a:gd name="csX33" fmla="*/ 1084696 w 2501900"/>
              <a:gd name="csY33" fmla="*/ 238608 h 1980992"/>
              <a:gd name="csX34" fmla="*/ 1181100 w 2501900"/>
              <a:gd name="csY34" fmla="*/ 484558 h 1980992"/>
              <a:gd name="csX35" fmla="*/ 1244600 w 2501900"/>
              <a:gd name="csY35" fmla="*/ 275008 h 1980992"/>
              <a:gd name="csX36" fmla="*/ 1219200 w 2501900"/>
              <a:gd name="csY36" fmla="*/ 516308 h 1980992"/>
              <a:gd name="csX37" fmla="*/ 1250950 w 2501900"/>
              <a:gd name="csY37" fmla="*/ 446458 h 1980992"/>
              <a:gd name="csX38" fmla="*/ 1397000 w 2501900"/>
              <a:gd name="csY38" fmla="*/ 414708 h 1980992"/>
              <a:gd name="csX39" fmla="*/ 1689100 w 2501900"/>
              <a:gd name="csY39" fmla="*/ 1100508 h 1980992"/>
              <a:gd name="csX40" fmla="*/ 1778000 w 2501900"/>
              <a:gd name="csY40" fmla="*/ 1024308 h 1980992"/>
              <a:gd name="csX41" fmla="*/ 1917700 w 2501900"/>
              <a:gd name="csY41" fmla="*/ 871908 h 1980992"/>
              <a:gd name="csX42" fmla="*/ 1943100 w 2501900"/>
              <a:gd name="csY42" fmla="*/ 808408 h 1980992"/>
              <a:gd name="csX43" fmla="*/ 1930400 w 2501900"/>
              <a:gd name="csY43" fmla="*/ 617908 h 1980992"/>
              <a:gd name="csX44" fmla="*/ 1892300 w 2501900"/>
              <a:gd name="csY44" fmla="*/ 567108 h 1980992"/>
              <a:gd name="csX45" fmla="*/ 1841500 w 2501900"/>
              <a:gd name="csY45" fmla="*/ 554408 h 1980992"/>
              <a:gd name="csX46" fmla="*/ 1739900 w 2501900"/>
              <a:gd name="csY46" fmla="*/ 579808 h 1980992"/>
              <a:gd name="csX47" fmla="*/ 1714500 w 2501900"/>
              <a:gd name="csY47" fmla="*/ 617908 h 1980992"/>
              <a:gd name="csX48" fmla="*/ 1625600 w 2501900"/>
              <a:gd name="csY48" fmla="*/ 719508 h 1980992"/>
              <a:gd name="csX49" fmla="*/ 1663700 w 2501900"/>
              <a:gd name="csY49" fmla="*/ 1024308 h 1980992"/>
              <a:gd name="csX50" fmla="*/ 1752600 w 2501900"/>
              <a:gd name="csY50" fmla="*/ 1100508 h 1980992"/>
              <a:gd name="csX51" fmla="*/ 1930400 w 2501900"/>
              <a:gd name="csY51" fmla="*/ 1278308 h 1980992"/>
              <a:gd name="csX52" fmla="*/ 2006600 w 2501900"/>
              <a:gd name="csY52" fmla="*/ 1367208 h 1980992"/>
              <a:gd name="csX53" fmla="*/ 2044700 w 2501900"/>
              <a:gd name="csY53" fmla="*/ 1392608 h 1980992"/>
              <a:gd name="csX54" fmla="*/ 2247900 w 2501900"/>
              <a:gd name="csY54" fmla="*/ 1443408 h 1980992"/>
              <a:gd name="csX55" fmla="*/ 2489200 w 2501900"/>
              <a:gd name="csY55" fmla="*/ 1329108 h 1980992"/>
              <a:gd name="csX56" fmla="*/ 2501900 w 2501900"/>
              <a:gd name="csY56" fmla="*/ 1303708 h 1980992"/>
              <a:gd name="csX0" fmla="*/ 0 w 2501900"/>
              <a:gd name="csY0" fmla="*/ 1075108 h 1980992"/>
              <a:gd name="csX1" fmla="*/ 107950 w 2501900"/>
              <a:gd name="csY1" fmla="*/ 1081458 h 1980992"/>
              <a:gd name="csX2" fmla="*/ 50800 w 2501900"/>
              <a:gd name="csY2" fmla="*/ 1164008 h 1980992"/>
              <a:gd name="csX3" fmla="*/ 88900 w 2501900"/>
              <a:gd name="csY3" fmla="*/ 1176708 h 1980992"/>
              <a:gd name="csX4" fmla="*/ 139700 w 2501900"/>
              <a:gd name="csY4" fmla="*/ 1202108 h 1980992"/>
              <a:gd name="csX5" fmla="*/ 177800 w 2501900"/>
              <a:gd name="csY5" fmla="*/ 1252908 h 1980992"/>
              <a:gd name="csX6" fmla="*/ 215900 w 2501900"/>
              <a:gd name="csY6" fmla="*/ 1291008 h 1980992"/>
              <a:gd name="csX7" fmla="*/ 342900 w 2501900"/>
              <a:gd name="csY7" fmla="*/ 1392608 h 1980992"/>
              <a:gd name="csX8" fmla="*/ 622300 w 2501900"/>
              <a:gd name="csY8" fmla="*/ 1379908 h 1980992"/>
              <a:gd name="csX9" fmla="*/ 711200 w 2501900"/>
              <a:gd name="csY9" fmla="*/ 1354508 h 1980992"/>
              <a:gd name="csX10" fmla="*/ 825500 w 2501900"/>
              <a:gd name="csY10" fmla="*/ 1316408 h 1980992"/>
              <a:gd name="csX11" fmla="*/ 1003300 w 2501900"/>
              <a:gd name="csY11" fmla="*/ 1164008 h 1980992"/>
              <a:gd name="csX12" fmla="*/ 958850 w 2501900"/>
              <a:gd name="csY12" fmla="*/ 700458 h 1980992"/>
              <a:gd name="csX13" fmla="*/ 946150 w 2501900"/>
              <a:gd name="csY13" fmla="*/ 611558 h 1980992"/>
              <a:gd name="csX14" fmla="*/ 901700 w 2501900"/>
              <a:gd name="csY14" fmla="*/ 560758 h 1980992"/>
              <a:gd name="csX15" fmla="*/ 838200 w 2501900"/>
              <a:gd name="csY15" fmla="*/ 509958 h 1980992"/>
              <a:gd name="csX16" fmla="*/ 825500 w 2501900"/>
              <a:gd name="csY16" fmla="*/ 541708 h 1980992"/>
              <a:gd name="csX17" fmla="*/ 781050 w 2501900"/>
              <a:gd name="csY17" fmla="*/ 554408 h 1980992"/>
              <a:gd name="csX18" fmla="*/ 622300 w 2501900"/>
              <a:gd name="csY18" fmla="*/ 706808 h 1980992"/>
              <a:gd name="csX19" fmla="*/ 711200 w 2501900"/>
              <a:gd name="csY19" fmla="*/ 846508 h 1980992"/>
              <a:gd name="csX20" fmla="*/ 800100 w 2501900"/>
              <a:gd name="csY20" fmla="*/ 948108 h 1980992"/>
              <a:gd name="csX21" fmla="*/ 838200 w 2501900"/>
              <a:gd name="csY21" fmla="*/ 960808 h 1980992"/>
              <a:gd name="csX22" fmla="*/ 914400 w 2501900"/>
              <a:gd name="csY22" fmla="*/ 973508 h 1980992"/>
              <a:gd name="csX23" fmla="*/ 1168400 w 2501900"/>
              <a:gd name="csY23" fmla="*/ 1049708 h 1980992"/>
              <a:gd name="csX24" fmla="*/ 1289050 w 2501900"/>
              <a:gd name="csY24" fmla="*/ 1157658 h 1980992"/>
              <a:gd name="csX25" fmla="*/ 1485900 w 2501900"/>
              <a:gd name="csY25" fmla="*/ 1354508 h 1980992"/>
              <a:gd name="csX26" fmla="*/ 1524000 w 2501900"/>
              <a:gd name="csY26" fmla="*/ 1468808 h 1980992"/>
              <a:gd name="csX27" fmla="*/ 1498600 w 2501900"/>
              <a:gd name="csY27" fmla="*/ 1633908 h 1980992"/>
              <a:gd name="csX28" fmla="*/ 1447800 w 2501900"/>
              <a:gd name="csY28" fmla="*/ 1684708 h 1980992"/>
              <a:gd name="csX29" fmla="*/ 1358900 w 2501900"/>
              <a:gd name="csY29" fmla="*/ 1722808 h 1980992"/>
              <a:gd name="csX30" fmla="*/ 1257300 w 2501900"/>
              <a:gd name="csY30" fmla="*/ 1811708 h 1980992"/>
              <a:gd name="csX31" fmla="*/ 1181100 w 2501900"/>
              <a:gd name="csY31" fmla="*/ 1862508 h 1980992"/>
              <a:gd name="csX32" fmla="*/ 1257300 w 2501900"/>
              <a:gd name="csY32" fmla="*/ 97208 h 1980992"/>
              <a:gd name="csX33" fmla="*/ 1084696 w 2501900"/>
              <a:gd name="csY33" fmla="*/ 238608 h 1980992"/>
              <a:gd name="csX34" fmla="*/ 1181100 w 2501900"/>
              <a:gd name="csY34" fmla="*/ 484558 h 1980992"/>
              <a:gd name="csX35" fmla="*/ 1314450 w 2501900"/>
              <a:gd name="csY35" fmla="*/ 300408 h 1980992"/>
              <a:gd name="csX36" fmla="*/ 1219200 w 2501900"/>
              <a:gd name="csY36" fmla="*/ 516308 h 1980992"/>
              <a:gd name="csX37" fmla="*/ 1250950 w 2501900"/>
              <a:gd name="csY37" fmla="*/ 446458 h 1980992"/>
              <a:gd name="csX38" fmla="*/ 1397000 w 2501900"/>
              <a:gd name="csY38" fmla="*/ 414708 h 1980992"/>
              <a:gd name="csX39" fmla="*/ 1689100 w 2501900"/>
              <a:gd name="csY39" fmla="*/ 1100508 h 1980992"/>
              <a:gd name="csX40" fmla="*/ 1778000 w 2501900"/>
              <a:gd name="csY40" fmla="*/ 1024308 h 1980992"/>
              <a:gd name="csX41" fmla="*/ 1917700 w 2501900"/>
              <a:gd name="csY41" fmla="*/ 871908 h 1980992"/>
              <a:gd name="csX42" fmla="*/ 1943100 w 2501900"/>
              <a:gd name="csY42" fmla="*/ 808408 h 1980992"/>
              <a:gd name="csX43" fmla="*/ 1930400 w 2501900"/>
              <a:gd name="csY43" fmla="*/ 617908 h 1980992"/>
              <a:gd name="csX44" fmla="*/ 1892300 w 2501900"/>
              <a:gd name="csY44" fmla="*/ 567108 h 1980992"/>
              <a:gd name="csX45" fmla="*/ 1841500 w 2501900"/>
              <a:gd name="csY45" fmla="*/ 554408 h 1980992"/>
              <a:gd name="csX46" fmla="*/ 1739900 w 2501900"/>
              <a:gd name="csY46" fmla="*/ 579808 h 1980992"/>
              <a:gd name="csX47" fmla="*/ 1714500 w 2501900"/>
              <a:gd name="csY47" fmla="*/ 617908 h 1980992"/>
              <a:gd name="csX48" fmla="*/ 1625600 w 2501900"/>
              <a:gd name="csY48" fmla="*/ 719508 h 1980992"/>
              <a:gd name="csX49" fmla="*/ 1663700 w 2501900"/>
              <a:gd name="csY49" fmla="*/ 1024308 h 1980992"/>
              <a:gd name="csX50" fmla="*/ 1752600 w 2501900"/>
              <a:gd name="csY50" fmla="*/ 1100508 h 1980992"/>
              <a:gd name="csX51" fmla="*/ 1930400 w 2501900"/>
              <a:gd name="csY51" fmla="*/ 1278308 h 1980992"/>
              <a:gd name="csX52" fmla="*/ 2006600 w 2501900"/>
              <a:gd name="csY52" fmla="*/ 1367208 h 1980992"/>
              <a:gd name="csX53" fmla="*/ 2044700 w 2501900"/>
              <a:gd name="csY53" fmla="*/ 1392608 h 1980992"/>
              <a:gd name="csX54" fmla="*/ 2247900 w 2501900"/>
              <a:gd name="csY54" fmla="*/ 1443408 h 1980992"/>
              <a:gd name="csX55" fmla="*/ 2489200 w 2501900"/>
              <a:gd name="csY55" fmla="*/ 1329108 h 1980992"/>
              <a:gd name="csX56" fmla="*/ 2501900 w 2501900"/>
              <a:gd name="csY56" fmla="*/ 1303708 h 1980992"/>
              <a:gd name="csX0" fmla="*/ 0 w 2501900"/>
              <a:gd name="csY0" fmla="*/ 1075108 h 1980992"/>
              <a:gd name="csX1" fmla="*/ 107950 w 2501900"/>
              <a:gd name="csY1" fmla="*/ 1081458 h 1980992"/>
              <a:gd name="csX2" fmla="*/ 50800 w 2501900"/>
              <a:gd name="csY2" fmla="*/ 1164008 h 1980992"/>
              <a:gd name="csX3" fmla="*/ 88900 w 2501900"/>
              <a:gd name="csY3" fmla="*/ 1176708 h 1980992"/>
              <a:gd name="csX4" fmla="*/ 139700 w 2501900"/>
              <a:gd name="csY4" fmla="*/ 1202108 h 1980992"/>
              <a:gd name="csX5" fmla="*/ 177800 w 2501900"/>
              <a:gd name="csY5" fmla="*/ 1252908 h 1980992"/>
              <a:gd name="csX6" fmla="*/ 215900 w 2501900"/>
              <a:gd name="csY6" fmla="*/ 1291008 h 1980992"/>
              <a:gd name="csX7" fmla="*/ 342900 w 2501900"/>
              <a:gd name="csY7" fmla="*/ 1392608 h 1980992"/>
              <a:gd name="csX8" fmla="*/ 622300 w 2501900"/>
              <a:gd name="csY8" fmla="*/ 1379908 h 1980992"/>
              <a:gd name="csX9" fmla="*/ 711200 w 2501900"/>
              <a:gd name="csY9" fmla="*/ 1354508 h 1980992"/>
              <a:gd name="csX10" fmla="*/ 825500 w 2501900"/>
              <a:gd name="csY10" fmla="*/ 1316408 h 1980992"/>
              <a:gd name="csX11" fmla="*/ 1003300 w 2501900"/>
              <a:gd name="csY11" fmla="*/ 1164008 h 1980992"/>
              <a:gd name="csX12" fmla="*/ 958850 w 2501900"/>
              <a:gd name="csY12" fmla="*/ 700458 h 1980992"/>
              <a:gd name="csX13" fmla="*/ 946150 w 2501900"/>
              <a:gd name="csY13" fmla="*/ 611558 h 1980992"/>
              <a:gd name="csX14" fmla="*/ 901700 w 2501900"/>
              <a:gd name="csY14" fmla="*/ 560758 h 1980992"/>
              <a:gd name="csX15" fmla="*/ 838200 w 2501900"/>
              <a:gd name="csY15" fmla="*/ 509958 h 1980992"/>
              <a:gd name="csX16" fmla="*/ 825500 w 2501900"/>
              <a:gd name="csY16" fmla="*/ 541708 h 1980992"/>
              <a:gd name="csX17" fmla="*/ 781050 w 2501900"/>
              <a:gd name="csY17" fmla="*/ 554408 h 1980992"/>
              <a:gd name="csX18" fmla="*/ 622300 w 2501900"/>
              <a:gd name="csY18" fmla="*/ 706808 h 1980992"/>
              <a:gd name="csX19" fmla="*/ 711200 w 2501900"/>
              <a:gd name="csY19" fmla="*/ 846508 h 1980992"/>
              <a:gd name="csX20" fmla="*/ 800100 w 2501900"/>
              <a:gd name="csY20" fmla="*/ 948108 h 1980992"/>
              <a:gd name="csX21" fmla="*/ 838200 w 2501900"/>
              <a:gd name="csY21" fmla="*/ 960808 h 1980992"/>
              <a:gd name="csX22" fmla="*/ 914400 w 2501900"/>
              <a:gd name="csY22" fmla="*/ 973508 h 1980992"/>
              <a:gd name="csX23" fmla="*/ 1168400 w 2501900"/>
              <a:gd name="csY23" fmla="*/ 1049708 h 1980992"/>
              <a:gd name="csX24" fmla="*/ 1289050 w 2501900"/>
              <a:gd name="csY24" fmla="*/ 1157658 h 1980992"/>
              <a:gd name="csX25" fmla="*/ 1485900 w 2501900"/>
              <a:gd name="csY25" fmla="*/ 1354508 h 1980992"/>
              <a:gd name="csX26" fmla="*/ 1524000 w 2501900"/>
              <a:gd name="csY26" fmla="*/ 1468808 h 1980992"/>
              <a:gd name="csX27" fmla="*/ 1498600 w 2501900"/>
              <a:gd name="csY27" fmla="*/ 1633908 h 1980992"/>
              <a:gd name="csX28" fmla="*/ 1447800 w 2501900"/>
              <a:gd name="csY28" fmla="*/ 1684708 h 1980992"/>
              <a:gd name="csX29" fmla="*/ 1358900 w 2501900"/>
              <a:gd name="csY29" fmla="*/ 1722808 h 1980992"/>
              <a:gd name="csX30" fmla="*/ 1257300 w 2501900"/>
              <a:gd name="csY30" fmla="*/ 1811708 h 1980992"/>
              <a:gd name="csX31" fmla="*/ 1181100 w 2501900"/>
              <a:gd name="csY31" fmla="*/ 1862508 h 1980992"/>
              <a:gd name="csX32" fmla="*/ 1257300 w 2501900"/>
              <a:gd name="csY32" fmla="*/ 97208 h 1980992"/>
              <a:gd name="csX33" fmla="*/ 1084696 w 2501900"/>
              <a:gd name="csY33" fmla="*/ 238608 h 1980992"/>
              <a:gd name="csX34" fmla="*/ 1181100 w 2501900"/>
              <a:gd name="csY34" fmla="*/ 484558 h 1980992"/>
              <a:gd name="csX35" fmla="*/ 1219200 w 2501900"/>
              <a:gd name="csY35" fmla="*/ 490908 h 1980992"/>
              <a:gd name="csX36" fmla="*/ 1219200 w 2501900"/>
              <a:gd name="csY36" fmla="*/ 516308 h 1980992"/>
              <a:gd name="csX37" fmla="*/ 1250950 w 2501900"/>
              <a:gd name="csY37" fmla="*/ 446458 h 1980992"/>
              <a:gd name="csX38" fmla="*/ 1397000 w 2501900"/>
              <a:gd name="csY38" fmla="*/ 414708 h 1980992"/>
              <a:gd name="csX39" fmla="*/ 1689100 w 2501900"/>
              <a:gd name="csY39" fmla="*/ 1100508 h 1980992"/>
              <a:gd name="csX40" fmla="*/ 1778000 w 2501900"/>
              <a:gd name="csY40" fmla="*/ 1024308 h 1980992"/>
              <a:gd name="csX41" fmla="*/ 1917700 w 2501900"/>
              <a:gd name="csY41" fmla="*/ 871908 h 1980992"/>
              <a:gd name="csX42" fmla="*/ 1943100 w 2501900"/>
              <a:gd name="csY42" fmla="*/ 808408 h 1980992"/>
              <a:gd name="csX43" fmla="*/ 1930400 w 2501900"/>
              <a:gd name="csY43" fmla="*/ 617908 h 1980992"/>
              <a:gd name="csX44" fmla="*/ 1892300 w 2501900"/>
              <a:gd name="csY44" fmla="*/ 567108 h 1980992"/>
              <a:gd name="csX45" fmla="*/ 1841500 w 2501900"/>
              <a:gd name="csY45" fmla="*/ 554408 h 1980992"/>
              <a:gd name="csX46" fmla="*/ 1739900 w 2501900"/>
              <a:gd name="csY46" fmla="*/ 579808 h 1980992"/>
              <a:gd name="csX47" fmla="*/ 1714500 w 2501900"/>
              <a:gd name="csY47" fmla="*/ 617908 h 1980992"/>
              <a:gd name="csX48" fmla="*/ 1625600 w 2501900"/>
              <a:gd name="csY48" fmla="*/ 719508 h 1980992"/>
              <a:gd name="csX49" fmla="*/ 1663700 w 2501900"/>
              <a:gd name="csY49" fmla="*/ 1024308 h 1980992"/>
              <a:gd name="csX50" fmla="*/ 1752600 w 2501900"/>
              <a:gd name="csY50" fmla="*/ 1100508 h 1980992"/>
              <a:gd name="csX51" fmla="*/ 1930400 w 2501900"/>
              <a:gd name="csY51" fmla="*/ 1278308 h 1980992"/>
              <a:gd name="csX52" fmla="*/ 2006600 w 2501900"/>
              <a:gd name="csY52" fmla="*/ 1367208 h 1980992"/>
              <a:gd name="csX53" fmla="*/ 2044700 w 2501900"/>
              <a:gd name="csY53" fmla="*/ 1392608 h 1980992"/>
              <a:gd name="csX54" fmla="*/ 2247900 w 2501900"/>
              <a:gd name="csY54" fmla="*/ 1443408 h 1980992"/>
              <a:gd name="csX55" fmla="*/ 2489200 w 2501900"/>
              <a:gd name="csY55" fmla="*/ 1329108 h 1980992"/>
              <a:gd name="csX56" fmla="*/ 2501900 w 2501900"/>
              <a:gd name="csY56" fmla="*/ 1303708 h 1980992"/>
              <a:gd name="csX0" fmla="*/ 0 w 2501900"/>
              <a:gd name="csY0" fmla="*/ 1075108 h 1980992"/>
              <a:gd name="csX1" fmla="*/ 107950 w 2501900"/>
              <a:gd name="csY1" fmla="*/ 1081458 h 1980992"/>
              <a:gd name="csX2" fmla="*/ 50800 w 2501900"/>
              <a:gd name="csY2" fmla="*/ 1164008 h 1980992"/>
              <a:gd name="csX3" fmla="*/ 88900 w 2501900"/>
              <a:gd name="csY3" fmla="*/ 1176708 h 1980992"/>
              <a:gd name="csX4" fmla="*/ 139700 w 2501900"/>
              <a:gd name="csY4" fmla="*/ 1202108 h 1980992"/>
              <a:gd name="csX5" fmla="*/ 177800 w 2501900"/>
              <a:gd name="csY5" fmla="*/ 1252908 h 1980992"/>
              <a:gd name="csX6" fmla="*/ 215900 w 2501900"/>
              <a:gd name="csY6" fmla="*/ 1291008 h 1980992"/>
              <a:gd name="csX7" fmla="*/ 342900 w 2501900"/>
              <a:gd name="csY7" fmla="*/ 1392608 h 1980992"/>
              <a:gd name="csX8" fmla="*/ 622300 w 2501900"/>
              <a:gd name="csY8" fmla="*/ 1379908 h 1980992"/>
              <a:gd name="csX9" fmla="*/ 711200 w 2501900"/>
              <a:gd name="csY9" fmla="*/ 1354508 h 1980992"/>
              <a:gd name="csX10" fmla="*/ 825500 w 2501900"/>
              <a:gd name="csY10" fmla="*/ 1316408 h 1980992"/>
              <a:gd name="csX11" fmla="*/ 1003300 w 2501900"/>
              <a:gd name="csY11" fmla="*/ 1164008 h 1980992"/>
              <a:gd name="csX12" fmla="*/ 958850 w 2501900"/>
              <a:gd name="csY12" fmla="*/ 700458 h 1980992"/>
              <a:gd name="csX13" fmla="*/ 946150 w 2501900"/>
              <a:gd name="csY13" fmla="*/ 611558 h 1980992"/>
              <a:gd name="csX14" fmla="*/ 901700 w 2501900"/>
              <a:gd name="csY14" fmla="*/ 560758 h 1980992"/>
              <a:gd name="csX15" fmla="*/ 838200 w 2501900"/>
              <a:gd name="csY15" fmla="*/ 509958 h 1980992"/>
              <a:gd name="csX16" fmla="*/ 825500 w 2501900"/>
              <a:gd name="csY16" fmla="*/ 541708 h 1980992"/>
              <a:gd name="csX17" fmla="*/ 781050 w 2501900"/>
              <a:gd name="csY17" fmla="*/ 554408 h 1980992"/>
              <a:gd name="csX18" fmla="*/ 622300 w 2501900"/>
              <a:gd name="csY18" fmla="*/ 706808 h 1980992"/>
              <a:gd name="csX19" fmla="*/ 711200 w 2501900"/>
              <a:gd name="csY19" fmla="*/ 846508 h 1980992"/>
              <a:gd name="csX20" fmla="*/ 800100 w 2501900"/>
              <a:gd name="csY20" fmla="*/ 948108 h 1980992"/>
              <a:gd name="csX21" fmla="*/ 838200 w 2501900"/>
              <a:gd name="csY21" fmla="*/ 960808 h 1980992"/>
              <a:gd name="csX22" fmla="*/ 914400 w 2501900"/>
              <a:gd name="csY22" fmla="*/ 973508 h 1980992"/>
              <a:gd name="csX23" fmla="*/ 1168400 w 2501900"/>
              <a:gd name="csY23" fmla="*/ 1049708 h 1980992"/>
              <a:gd name="csX24" fmla="*/ 1289050 w 2501900"/>
              <a:gd name="csY24" fmla="*/ 1157658 h 1980992"/>
              <a:gd name="csX25" fmla="*/ 1485900 w 2501900"/>
              <a:gd name="csY25" fmla="*/ 1354508 h 1980992"/>
              <a:gd name="csX26" fmla="*/ 1524000 w 2501900"/>
              <a:gd name="csY26" fmla="*/ 1468808 h 1980992"/>
              <a:gd name="csX27" fmla="*/ 1498600 w 2501900"/>
              <a:gd name="csY27" fmla="*/ 1633908 h 1980992"/>
              <a:gd name="csX28" fmla="*/ 1447800 w 2501900"/>
              <a:gd name="csY28" fmla="*/ 1684708 h 1980992"/>
              <a:gd name="csX29" fmla="*/ 1358900 w 2501900"/>
              <a:gd name="csY29" fmla="*/ 1722808 h 1980992"/>
              <a:gd name="csX30" fmla="*/ 1257300 w 2501900"/>
              <a:gd name="csY30" fmla="*/ 1811708 h 1980992"/>
              <a:gd name="csX31" fmla="*/ 1181100 w 2501900"/>
              <a:gd name="csY31" fmla="*/ 1862508 h 1980992"/>
              <a:gd name="csX32" fmla="*/ 1257300 w 2501900"/>
              <a:gd name="csY32" fmla="*/ 97208 h 1980992"/>
              <a:gd name="csX33" fmla="*/ 1084696 w 2501900"/>
              <a:gd name="csY33" fmla="*/ 238608 h 1980992"/>
              <a:gd name="csX34" fmla="*/ 1181100 w 2501900"/>
              <a:gd name="csY34" fmla="*/ 484558 h 1980992"/>
              <a:gd name="csX35" fmla="*/ 1219200 w 2501900"/>
              <a:gd name="csY35" fmla="*/ 490908 h 1980992"/>
              <a:gd name="csX36" fmla="*/ 1219200 w 2501900"/>
              <a:gd name="csY36" fmla="*/ 516308 h 1980992"/>
              <a:gd name="csX37" fmla="*/ 1193800 w 2501900"/>
              <a:gd name="csY37" fmla="*/ 529008 h 1980992"/>
              <a:gd name="csX38" fmla="*/ 1397000 w 2501900"/>
              <a:gd name="csY38" fmla="*/ 414708 h 1980992"/>
              <a:gd name="csX39" fmla="*/ 1689100 w 2501900"/>
              <a:gd name="csY39" fmla="*/ 1100508 h 1980992"/>
              <a:gd name="csX40" fmla="*/ 1778000 w 2501900"/>
              <a:gd name="csY40" fmla="*/ 1024308 h 1980992"/>
              <a:gd name="csX41" fmla="*/ 1917700 w 2501900"/>
              <a:gd name="csY41" fmla="*/ 871908 h 1980992"/>
              <a:gd name="csX42" fmla="*/ 1943100 w 2501900"/>
              <a:gd name="csY42" fmla="*/ 808408 h 1980992"/>
              <a:gd name="csX43" fmla="*/ 1930400 w 2501900"/>
              <a:gd name="csY43" fmla="*/ 617908 h 1980992"/>
              <a:gd name="csX44" fmla="*/ 1892300 w 2501900"/>
              <a:gd name="csY44" fmla="*/ 567108 h 1980992"/>
              <a:gd name="csX45" fmla="*/ 1841500 w 2501900"/>
              <a:gd name="csY45" fmla="*/ 554408 h 1980992"/>
              <a:gd name="csX46" fmla="*/ 1739900 w 2501900"/>
              <a:gd name="csY46" fmla="*/ 579808 h 1980992"/>
              <a:gd name="csX47" fmla="*/ 1714500 w 2501900"/>
              <a:gd name="csY47" fmla="*/ 617908 h 1980992"/>
              <a:gd name="csX48" fmla="*/ 1625600 w 2501900"/>
              <a:gd name="csY48" fmla="*/ 719508 h 1980992"/>
              <a:gd name="csX49" fmla="*/ 1663700 w 2501900"/>
              <a:gd name="csY49" fmla="*/ 1024308 h 1980992"/>
              <a:gd name="csX50" fmla="*/ 1752600 w 2501900"/>
              <a:gd name="csY50" fmla="*/ 1100508 h 1980992"/>
              <a:gd name="csX51" fmla="*/ 1930400 w 2501900"/>
              <a:gd name="csY51" fmla="*/ 1278308 h 1980992"/>
              <a:gd name="csX52" fmla="*/ 2006600 w 2501900"/>
              <a:gd name="csY52" fmla="*/ 1367208 h 1980992"/>
              <a:gd name="csX53" fmla="*/ 2044700 w 2501900"/>
              <a:gd name="csY53" fmla="*/ 1392608 h 1980992"/>
              <a:gd name="csX54" fmla="*/ 2247900 w 2501900"/>
              <a:gd name="csY54" fmla="*/ 1443408 h 1980992"/>
              <a:gd name="csX55" fmla="*/ 2489200 w 2501900"/>
              <a:gd name="csY55" fmla="*/ 1329108 h 1980992"/>
              <a:gd name="csX56" fmla="*/ 2501900 w 2501900"/>
              <a:gd name="csY56" fmla="*/ 1303708 h 1980992"/>
              <a:gd name="csX0" fmla="*/ 0 w 2501900"/>
              <a:gd name="csY0" fmla="*/ 1075108 h 1980992"/>
              <a:gd name="csX1" fmla="*/ 107950 w 2501900"/>
              <a:gd name="csY1" fmla="*/ 1081458 h 1980992"/>
              <a:gd name="csX2" fmla="*/ 50800 w 2501900"/>
              <a:gd name="csY2" fmla="*/ 1164008 h 1980992"/>
              <a:gd name="csX3" fmla="*/ 88900 w 2501900"/>
              <a:gd name="csY3" fmla="*/ 1176708 h 1980992"/>
              <a:gd name="csX4" fmla="*/ 139700 w 2501900"/>
              <a:gd name="csY4" fmla="*/ 1202108 h 1980992"/>
              <a:gd name="csX5" fmla="*/ 177800 w 2501900"/>
              <a:gd name="csY5" fmla="*/ 1252908 h 1980992"/>
              <a:gd name="csX6" fmla="*/ 215900 w 2501900"/>
              <a:gd name="csY6" fmla="*/ 1291008 h 1980992"/>
              <a:gd name="csX7" fmla="*/ 342900 w 2501900"/>
              <a:gd name="csY7" fmla="*/ 1392608 h 1980992"/>
              <a:gd name="csX8" fmla="*/ 622300 w 2501900"/>
              <a:gd name="csY8" fmla="*/ 1379908 h 1980992"/>
              <a:gd name="csX9" fmla="*/ 711200 w 2501900"/>
              <a:gd name="csY9" fmla="*/ 1354508 h 1980992"/>
              <a:gd name="csX10" fmla="*/ 825500 w 2501900"/>
              <a:gd name="csY10" fmla="*/ 1316408 h 1980992"/>
              <a:gd name="csX11" fmla="*/ 1003300 w 2501900"/>
              <a:gd name="csY11" fmla="*/ 1164008 h 1980992"/>
              <a:gd name="csX12" fmla="*/ 958850 w 2501900"/>
              <a:gd name="csY12" fmla="*/ 700458 h 1980992"/>
              <a:gd name="csX13" fmla="*/ 946150 w 2501900"/>
              <a:gd name="csY13" fmla="*/ 611558 h 1980992"/>
              <a:gd name="csX14" fmla="*/ 901700 w 2501900"/>
              <a:gd name="csY14" fmla="*/ 560758 h 1980992"/>
              <a:gd name="csX15" fmla="*/ 838200 w 2501900"/>
              <a:gd name="csY15" fmla="*/ 509958 h 1980992"/>
              <a:gd name="csX16" fmla="*/ 825500 w 2501900"/>
              <a:gd name="csY16" fmla="*/ 541708 h 1980992"/>
              <a:gd name="csX17" fmla="*/ 781050 w 2501900"/>
              <a:gd name="csY17" fmla="*/ 554408 h 1980992"/>
              <a:gd name="csX18" fmla="*/ 622300 w 2501900"/>
              <a:gd name="csY18" fmla="*/ 706808 h 1980992"/>
              <a:gd name="csX19" fmla="*/ 711200 w 2501900"/>
              <a:gd name="csY19" fmla="*/ 846508 h 1980992"/>
              <a:gd name="csX20" fmla="*/ 800100 w 2501900"/>
              <a:gd name="csY20" fmla="*/ 948108 h 1980992"/>
              <a:gd name="csX21" fmla="*/ 838200 w 2501900"/>
              <a:gd name="csY21" fmla="*/ 960808 h 1980992"/>
              <a:gd name="csX22" fmla="*/ 914400 w 2501900"/>
              <a:gd name="csY22" fmla="*/ 973508 h 1980992"/>
              <a:gd name="csX23" fmla="*/ 1168400 w 2501900"/>
              <a:gd name="csY23" fmla="*/ 1049708 h 1980992"/>
              <a:gd name="csX24" fmla="*/ 1289050 w 2501900"/>
              <a:gd name="csY24" fmla="*/ 1157658 h 1980992"/>
              <a:gd name="csX25" fmla="*/ 1485900 w 2501900"/>
              <a:gd name="csY25" fmla="*/ 1354508 h 1980992"/>
              <a:gd name="csX26" fmla="*/ 1524000 w 2501900"/>
              <a:gd name="csY26" fmla="*/ 1468808 h 1980992"/>
              <a:gd name="csX27" fmla="*/ 1498600 w 2501900"/>
              <a:gd name="csY27" fmla="*/ 1633908 h 1980992"/>
              <a:gd name="csX28" fmla="*/ 1447800 w 2501900"/>
              <a:gd name="csY28" fmla="*/ 1684708 h 1980992"/>
              <a:gd name="csX29" fmla="*/ 1358900 w 2501900"/>
              <a:gd name="csY29" fmla="*/ 1722808 h 1980992"/>
              <a:gd name="csX30" fmla="*/ 1257300 w 2501900"/>
              <a:gd name="csY30" fmla="*/ 1811708 h 1980992"/>
              <a:gd name="csX31" fmla="*/ 1181100 w 2501900"/>
              <a:gd name="csY31" fmla="*/ 1862508 h 1980992"/>
              <a:gd name="csX32" fmla="*/ 1257300 w 2501900"/>
              <a:gd name="csY32" fmla="*/ 97208 h 1980992"/>
              <a:gd name="csX33" fmla="*/ 1084696 w 2501900"/>
              <a:gd name="csY33" fmla="*/ 238608 h 1980992"/>
              <a:gd name="csX34" fmla="*/ 1181100 w 2501900"/>
              <a:gd name="csY34" fmla="*/ 484558 h 1980992"/>
              <a:gd name="csX35" fmla="*/ 1219200 w 2501900"/>
              <a:gd name="csY35" fmla="*/ 490908 h 1980992"/>
              <a:gd name="csX36" fmla="*/ 1219200 w 2501900"/>
              <a:gd name="csY36" fmla="*/ 516308 h 1980992"/>
              <a:gd name="csX37" fmla="*/ 1219200 w 2501900"/>
              <a:gd name="csY37" fmla="*/ 471858 h 1980992"/>
              <a:gd name="csX38" fmla="*/ 1397000 w 2501900"/>
              <a:gd name="csY38" fmla="*/ 414708 h 1980992"/>
              <a:gd name="csX39" fmla="*/ 1689100 w 2501900"/>
              <a:gd name="csY39" fmla="*/ 1100508 h 1980992"/>
              <a:gd name="csX40" fmla="*/ 1778000 w 2501900"/>
              <a:gd name="csY40" fmla="*/ 1024308 h 1980992"/>
              <a:gd name="csX41" fmla="*/ 1917700 w 2501900"/>
              <a:gd name="csY41" fmla="*/ 871908 h 1980992"/>
              <a:gd name="csX42" fmla="*/ 1943100 w 2501900"/>
              <a:gd name="csY42" fmla="*/ 808408 h 1980992"/>
              <a:gd name="csX43" fmla="*/ 1930400 w 2501900"/>
              <a:gd name="csY43" fmla="*/ 617908 h 1980992"/>
              <a:gd name="csX44" fmla="*/ 1892300 w 2501900"/>
              <a:gd name="csY44" fmla="*/ 567108 h 1980992"/>
              <a:gd name="csX45" fmla="*/ 1841500 w 2501900"/>
              <a:gd name="csY45" fmla="*/ 554408 h 1980992"/>
              <a:gd name="csX46" fmla="*/ 1739900 w 2501900"/>
              <a:gd name="csY46" fmla="*/ 579808 h 1980992"/>
              <a:gd name="csX47" fmla="*/ 1714500 w 2501900"/>
              <a:gd name="csY47" fmla="*/ 617908 h 1980992"/>
              <a:gd name="csX48" fmla="*/ 1625600 w 2501900"/>
              <a:gd name="csY48" fmla="*/ 719508 h 1980992"/>
              <a:gd name="csX49" fmla="*/ 1663700 w 2501900"/>
              <a:gd name="csY49" fmla="*/ 1024308 h 1980992"/>
              <a:gd name="csX50" fmla="*/ 1752600 w 2501900"/>
              <a:gd name="csY50" fmla="*/ 1100508 h 1980992"/>
              <a:gd name="csX51" fmla="*/ 1930400 w 2501900"/>
              <a:gd name="csY51" fmla="*/ 1278308 h 1980992"/>
              <a:gd name="csX52" fmla="*/ 2006600 w 2501900"/>
              <a:gd name="csY52" fmla="*/ 1367208 h 1980992"/>
              <a:gd name="csX53" fmla="*/ 2044700 w 2501900"/>
              <a:gd name="csY53" fmla="*/ 1392608 h 1980992"/>
              <a:gd name="csX54" fmla="*/ 2247900 w 2501900"/>
              <a:gd name="csY54" fmla="*/ 1443408 h 1980992"/>
              <a:gd name="csX55" fmla="*/ 2489200 w 2501900"/>
              <a:gd name="csY55" fmla="*/ 1329108 h 1980992"/>
              <a:gd name="csX56" fmla="*/ 2501900 w 2501900"/>
              <a:gd name="csY56" fmla="*/ 1303708 h 1980992"/>
              <a:gd name="csX0" fmla="*/ 0 w 2501900"/>
              <a:gd name="csY0" fmla="*/ 995008 h 1886731"/>
              <a:gd name="csX1" fmla="*/ 107950 w 2501900"/>
              <a:gd name="csY1" fmla="*/ 1001358 h 1886731"/>
              <a:gd name="csX2" fmla="*/ 50800 w 2501900"/>
              <a:gd name="csY2" fmla="*/ 1083908 h 1886731"/>
              <a:gd name="csX3" fmla="*/ 88900 w 2501900"/>
              <a:gd name="csY3" fmla="*/ 1096608 h 1886731"/>
              <a:gd name="csX4" fmla="*/ 139700 w 2501900"/>
              <a:gd name="csY4" fmla="*/ 1122008 h 1886731"/>
              <a:gd name="csX5" fmla="*/ 177800 w 2501900"/>
              <a:gd name="csY5" fmla="*/ 1172808 h 1886731"/>
              <a:gd name="csX6" fmla="*/ 215900 w 2501900"/>
              <a:gd name="csY6" fmla="*/ 1210908 h 1886731"/>
              <a:gd name="csX7" fmla="*/ 342900 w 2501900"/>
              <a:gd name="csY7" fmla="*/ 1312508 h 1886731"/>
              <a:gd name="csX8" fmla="*/ 622300 w 2501900"/>
              <a:gd name="csY8" fmla="*/ 1299808 h 1886731"/>
              <a:gd name="csX9" fmla="*/ 711200 w 2501900"/>
              <a:gd name="csY9" fmla="*/ 1274408 h 1886731"/>
              <a:gd name="csX10" fmla="*/ 825500 w 2501900"/>
              <a:gd name="csY10" fmla="*/ 1236308 h 1886731"/>
              <a:gd name="csX11" fmla="*/ 1003300 w 2501900"/>
              <a:gd name="csY11" fmla="*/ 1083908 h 1886731"/>
              <a:gd name="csX12" fmla="*/ 958850 w 2501900"/>
              <a:gd name="csY12" fmla="*/ 620358 h 1886731"/>
              <a:gd name="csX13" fmla="*/ 946150 w 2501900"/>
              <a:gd name="csY13" fmla="*/ 531458 h 1886731"/>
              <a:gd name="csX14" fmla="*/ 901700 w 2501900"/>
              <a:gd name="csY14" fmla="*/ 480658 h 1886731"/>
              <a:gd name="csX15" fmla="*/ 838200 w 2501900"/>
              <a:gd name="csY15" fmla="*/ 429858 h 1886731"/>
              <a:gd name="csX16" fmla="*/ 825500 w 2501900"/>
              <a:gd name="csY16" fmla="*/ 461608 h 1886731"/>
              <a:gd name="csX17" fmla="*/ 781050 w 2501900"/>
              <a:gd name="csY17" fmla="*/ 474308 h 1886731"/>
              <a:gd name="csX18" fmla="*/ 622300 w 2501900"/>
              <a:gd name="csY18" fmla="*/ 626708 h 1886731"/>
              <a:gd name="csX19" fmla="*/ 711200 w 2501900"/>
              <a:gd name="csY19" fmla="*/ 766408 h 1886731"/>
              <a:gd name="csX20" fmla="*/ 800100 w 2501900"/>
              <a:gd name="csY20" fmla="*/ 868008 h 1886731"/>
              <a:gd name="csX21" fmla="*/ 838200 w 2501900"/>
              <a:gd name="csY21" fmla="*/ 880708 h 1886731"/>
              <a:gd name="csX22" fmla="*/ 914400 w 2501900"/>
              <a:gd name="csY22" fmla="*/ 893408 h 1886731"/>
              <a:gd name="csX23" fmla="*/ 1168400 w 2501900"/>
              <a:gd name="csY23" fmla="*/ 969608 h 1886731"/>
              <a:gd name="csX24" fmla="*/ 1289050 w 2501900"/>
              <a:gd name="csY24" fmla="*/ 1077558 h 1886731"/>
              <a:gd name="csX25" fmla="*/ 1485900 w 2501900"/>
              <a:gd name="csY25" fmla="*/ 1274408 h 1886731"/>
              <a:gd name="csX26" fmla="*/ 1524000 w 2501900"/>
              <a:gd name="csY26" fmla="*/ 1388708 h 1886731"/>
              <a:gd name="csX27" fmla="*/ 1498600 w 2501900"/>
              <a:gd name="csY27" fmla="*/ 1553808 h 1886731"/>
              <a:gd name="csX28" fmla="*/ 1447800 w 2501900"/>
              <a:gd name="csY28" fmla="*/ 1604608 h 1886731"/>
              <a:gd name="csX29" fmla="*/ 1358900 w 2501900"/>
              <a:gd name="csY29" fmla="*/ 1642708 h 1886731"/>
              <a:gd name="csX30" fmla="*/ 1257300 w 2501900"/>
              <a:gd name="csY30" fmla="*/ 1731608 h 1886731"/>
              <a:gd name="csX31" fmla="*/ 1181100 w 2501900"/>
              <a:gd name="csY31" fmla="*/ 1782408 h 1886731"/>
              <a:gd name="csX32" fmla="*/ 1370446 w 2501900"/>
              <a:gd name="csY32" fmla="*/ 209308 h 1886731"/>
              <a:gd name="csX33" fmla="*/ 1257300 w 2501900"/>
              <a:gd name="csY33" fmla="*/ 17108 h 1886731"/>
              <a:gd name="csX34" fmla="*/ 1084696 w 2501900"/>
              <a:gd name="csY34" fmla="*/ 158508 h 1886731"/>
              <a:gd name="csX35" fmla="*/ 1181100 w 2501900"/>
              <a:gd name="csY35" fmla="*/ 404458 h 1886731"/>
              <a:gd name="csX36" fmla="*/ 1219200 w 2501900"/>
              <a:gd name="csY36" fmla="*/ 410808 h 1886731"/>
              <a:gd name="csX37" fmla="*/ 1219200 w 2501900"/>
              <a:gd name="csY37" fmla="*/ 436208 h 1886731"/>
              <a:gd name="csX38" fmla="*/ 1219200 w 2501900"/>
              <a:gd name="csY38" fmla="*/ 391758 h 1886731"/>
              <a:gd name="csX39" fmla="*/ 1397000 w 2501900"/>
              <a:gd name="csY39" fmla="*/ 334608 h 1886731"/>
              <a:gd name="csX40" fmla="*/ 1689100 w 2501900"/>
              <a:gd name="csY40" fmla="*/ 1020408 h 1886731"/>
              <a:gd name="csX41" fmla="*/ 1778000 w 2501900"/>
              <a:gd name="csY41" fmla="*/ 944208 h 1886731"/>
              <a:gd name="csX42" fmla="*/ 1917700 w 2501900"/>
              <a:gd name="csY42" fmla="*/ 791808 h 1886731"/>
              <a:gd name="csX43" fmla="*/ 1943100 w 2501900"/>
              <a:gd name="csY43" fmla="*/ 728308 h 1886731"/>
              <a:gd name="csX44" fmla="*/ 1930400 w 2501900"/>
              <a:gd name="csY44" fmla="*/ 537808 h 1886731"/>
              <a:gd name="csX45" fmla="*/ 1892300 w 2501900"/>
              <a:gd name="csY45" fmla="*/ 487008 h 1886731"/>
              <a:gd name="csX46" fmla="*/ 1841500 w 2501900"/>
              <a:gd name="csY46" fmla="*/ 474308 h 1886731"/>
              <a:gd name="csX47" fmla="*/ 1739900 w 2501900"/>
              <a:gd name="csY47" fmla="*/ 499708 h 1886731"/>
              <a:gd name="csX48" fmla="*/ 1714500 w 2501900"/>
              <a:gd name="csY48" fmla="*/ 537808 h 1886731"/>
              <a:gd name="csX49" fmla="*/ 1625600 w 2501900"/>
              <a:gd name="csY49" fmla="*/ 639408 h 1886731"/>
              <a:gd name="csX50" fmla="*/ 1663700 w 2501900"/>
              <a:gd name="csY50" fmla="*/ 944208 h 1886731"/>
              <a:gd name="csX51" fmla="*/ 1752600 w 2501900"/>
              <a:gd name="csY51" fmla="*/ 1020408 h 1886731"/>
              <a:gd name="csX52" fmla="*/ 1930400 w 2501900"/>
              <a:gd name="csY52" fmla="*/ 1198208 h 1886731"/>
              <a:gd name="csX53" fmla="*/ 2006600 w 2501900"/>
              <a:gd name="csY53" fmla="*/ 1287108 h 1886731"/>
              <a:gd name="csX54" fmla="*/ 2044700 w 2501900"/>
              <a:gd name="csY54" fmla="*/ 1312508 h 1886731"/>
              <a:gd name="csX55" fmla="*/ 2247900 w 2501900"/>
              <a:gd name="csY55" fmla="*/ 1363308 h 1886731"/>
              <a:gd name="csX56" fmla="*/ 2489200 w 2501900"/>
              <a:gd name="csY56" fmla="*/ 1249008 h 1886731"/>
              <a:gd name="csX57" fmla="*/ 2501900 w 2501900"/>
              <a:gd name="csY57" fmla="*/ 1223608 h 1886731"/>
              <a:gd name="csX0" fmla="*/ 0 w 2501900"/>
              <a:gd name="csY0" fmla="*/ 995008 h 1886731"/>
              <a:gd name="csX1" fmla="*/ 107950 w 2501900"/>
              <a:gd name="csY1" fmla="*/ 1001358 h 1886731"/>
              <a:gd name="csX2" fmla="*/ 50800 w 2501900"/>
              <a:gd name="csY2" fmla="*/ 1083908 h 1886731"/>
              <a:gd name="csX3" fmla="*/ 88900 w 2501900"/>
              <a:gd name="csY3" fmla="*/ 1096608 h 1886731"/>
              <a:gd name="csX4" fmla="*/ 139700 w 2501900"/>
              <a:gd name="csY4" fmla="*/ 1122008 h 1886731"/>
              <a:gd name="csX5" fmla="*/ 177800 w 2501900"/>
              <a:gd name="csY5" fmla="*/ 1172808 h 1886731"/>
              <a:gd name="csX6" fmla="*/ 215900 w 2501900"/>
              <a:gd name="csY6" fmla="*/ 1210908 h 1886731"/>
              <a:gd name="csX7" fmla="*/ 342900 w 2501900"/>
              <a:gd name="csY7" fmla="*/ 1312508 h 1886731"/>
              <a:gd name="csX8" fmla="*/ 622300 w 2501900"/>
              <a:gd name="csY8" fmla="*/ 1299808 h 1886731"/>
              <a:gd name="csX9" fmla="*/ 711200 w 2501900"/>
              <a:gd name="csY9" fmla="*/ 1274408 h 1886731"/>
              <a:gd name="csX10" fmla="*/ 825500 w 2501900"/>
              <a:gd name="csY10" fmla="*/ 1236308 h 1886731"/>
              <a:gd name="csX11" fmla="*/ 1003300 w 2501900"/>
              <a:gd name="csY11" fmla="*/ 1083908 h 1886731"/>
              <a:gd name="csX12" fmla="*/ 958850 w 2501900"/>
              <a:gd name="csY12" fmla="*/ 620358 h 1886731"/>
              <a:gd name="csX13" fmla="*/ 946150 w 2501900"/>
              <a:gd name="csY13" fmla="*/ 531458 h 1886731"/>
              <a:gd name="csX14" fmla="*/ 901700 w 2501900"/>
              <a:gd name="csY14" fmla="*/ 480658 h 1886731"/>
              <a:gd name="csX15" fmla="*/ 838200 w 2501900"/>
              <a:gd name="csY15" fmla="*/ 429858 h 1886731"/>
              <a:gd name="csX16" fmla="*/ 825500 w 2501900"/>
              <a:gd name="csY16" fmla="*/ 461608 h 1886731"/>
              <a:gd name="csX17" fmla="*/ 781050 w 2501900"/>
              <a:gd name="csY17" fmla="*/ 474308 h 1886731"/>
              <a:gd name="csX18" fmla="*/ 622300 w 2501900"/>
              <a:gd name="csY18" fmla="*/ 626708 h 1886731"/>
              <a:gd name="csX19" fmla="*/ 711200 w 2501900"/>
              <a:gd name="csY19" fmla="*/ 766408 h 1886731"/>
              <a:gd name="csX20" fmla="*/ 800100 w 2501900"/>
              <a:gd name="csY20" fmla="*/ 868008 h 1886731"/>
              <a:gd name="csX21" fmla="*/ 838200 w 2501900"/>
              <a:gd name="csY21" fmla="*/ 880708 h 1886731"/>
              <a:gd name="csX22" fmla="*/ 914400 w 2501900"/>
              <a:gd name="csY22" fmla="*/ 893408 h 1886731"/>
              <a:gd name="csX23" fmla="*/ 1168400 w 2501900"/>
              <a:gd name="csY23" fmla="*/ 969608 h 1886731"/>
              <a:gd name="csX24" fmla="*/ 1289050 w 2501900"/>
              <a:gd name="csY24" fmla="*/ 1077558 h 1886731"/>
              <a:gd name="csX25" fmla="*/ 1485900 w 2501900"/>
              <a:gd name="csY25" fmla="*/ 1274408 h 1886731"/>
              <a:gd name="csX26" fmla="*/ 1524000 w 2501900"/>
              <a:gd name="csY26" fmla="*/ 1388708 h 1886731"/>
              <a:gd name="csX27" fmla="*/ 1498600 w 2501900"/>
              <a:gd name="csY27" fmla="*/ 1553808 h 1886731"/>
              <a:gd name="csX28" fmla="*/ 1447800 w 2501900"/>
              <a:gd name="csY28" fmla="*/ 1604608 h 1886731"/>
              <a:gd name="csX29" fmla="*/ 1358900 w 2501900"/>
              <a:gd name="csY29" fmla="*/ 1642708 h 1886731"/>
              <a:gd name="csX30" fmla="*/ 1257300 w 2501900"/>
              <a:gd name="csY30" fmla="*/ 1731608 h 1886731"/>
              <a:gd name="csX31" fmla="*/ 1181100 w 2501900"/>
              <a:gd name="csY31" fmla="*/ 1782408 h 1886731"/>
              <a:gd name="csX32" fmla="*/ 1370446 w 2501900"/>
              <a:gd name="csY32" fmla="*/ 209308 h 1886731"/>
              <a:gd name="csX33" fmla="*/ 1257300 w 2501900"/>
              <a:gd name="csY33" fmla="*/ 17108 h 1886731"/>
              <a:gd name="csX34" fmla="*/ 1084696 w 2501900"/>
              <a:gd name="csY34" fmla="*/ 158508 h 1886731"/>
              <a:gd name="csX35" fmla="*/ 1181100 w 2501900"/>
              <a:gd name="csY35" fmla="*/ 404458 h 1886731"/>
              <a:gd name="csX36" fmla="*/ 1219200 w 2501900"/>
              <a:gd name="csY36" fmla="*/ 410808 h 1886731"/>
              <a:gd name="csX37" fmla="*/ 1219200 w 2501900"/>
              <a:gd name="csY37" fmla="*/ 436208 h 1886731"/>
              <a:gd name="csX38" fmla="*/ 1219200 w 2501900"/>
              <a:gd name="csY38" fmla="*/ 391758 h 1886731"/>
              <a:gd name="csX39" fmla="*/ 1314450 w 2501900"/>
              <a:gd name="csY39" fmla="*/ 531458 h 1886731"/>
              <a:gd name="csX40" fmla="*/ 1689100 w 2501900"/>
              <a:gd name="csY40" fmla="*/ 1020408 h 1886731"/>
              <a:gd name="csX41" fmla="*/ 1778000 w 2501900"/>
              <a:gd name="csY41" fmla="*/ 944208 h 1886731"/>
              <a:gd name="csX42" fmla="*/ 1917700 w 2501900"/>
              <a:gd name="csY42" fmla="*/ 791808 h 1886731"/>
              <a:gd name="csX43" fmla="*/ 1943100 w 2501900"/>
              <a:gd name="csY43" fmla="*/ 728308 h 1886731"/>
              <a:gd name="csX44" fmla="*/ 1930400 w 2501900"/>
              <a:gd name="csY44" fmla="*/ 537808 h 1886731"/>
              <a:gd name="csX45" fmla="*/ 1892300 w 2501900"/>
              <a:gd name="csY45" fmla="*/ 487008 h 1886731"/>
              <a:gd name="csX46" fmla="*/ 1841500 w 2501900"/>
              <a:gd name="csY46" fmla="*/ 474308 h 1886731"/>
              <a:gd name="csX47" fmla="*/ 1739900 w 2501900"/>
              <a:gd name="csY47" fmla="*/ 499708 h 1886731"/>
              <a:gd name="csX48" fmla="*/ 1714500 w 2501900"/>
              <a:gd name="csY48" fmla="*/ 537808 h 1886731"/>
              <a:gd name="csX49" fmla="*/ 1625600 w 2501900"/>
              <a:gd name="csY49" fmla="*/ 639408 h 1886731"/>
              <a:gd name="csX50" fmla="*/ 1663700 w 2501900"/>
              <a:gd name="csY50" fmla="*/ 944208 h 1886731"/>
              <a:gd name="csX51" fmla="*/ 1752600 w 2501900"/>
              <a:gd name="csY51" fmla="*/ 1020408 h 1886731"/>
              <a:gd name="csX52" fmla="*/ 1930400 w 2501900"/>
              <a:gd name="csY52" fmla="*/ 1198208 h 1886731"/>
              <a:gd name="csX53" fmla="*/ 2006600 w 2501900"/>
              <a:gd name="csY53" fmla="*/ 1287108 h 1886731"/>
              <a:gd name="csX54" fmla="*/ 2044700 w 2501900"/>
              <a:gd name="csY54" fmla="*/ 1312508 h 1886731"/>
              <a:gd name="csX55" fmla="*/ 2247900 w 2501900"/>
              <a:gd name="csY55" fmla="*/ 1363308 h 1886731"/>
              <a:gd name="csX56" fmla="*/ 2489200 w 2501900"/>
              <a:gd name="csY56" fmla="*/ 1249008 h 1886731"/>
              <a:gd name="csX57" fmla="*/ 2501900 w 2501900"/>
              <a:gd name="csY57" fmla="*/ 1223608 h 1886731"/>
              <a:gd name="csX0" fmla="*/ 0 w 2501900"/>
              <a:gd name="csY0" fmla="*/ 977900 h 1841620"/>
              <a:gd name="csX1" fmla="*/ 107950 w 2501900"/>
              <a:gd name="csY1" fmla="*/ 984250 h 1841620"/>
              <a:gd name="csX2" fmla="*/ 50800 w 2501900"/>
              <a:gd name="csY2" fmla="*/ 1066800 h 1841620"/>
              <a:gd name="csX3" fmla="*/ 88900 w 2501900"/>
              <a:gd name="csY3" fmla="*/ 1079500 h 1841620"/>
              <a:gd name="csX4" fmla="*/ 139700 w 2501900"/>
              <a:gd name="csY4" fmla="*/ 1104900 h 1841620"/>
              <a:gd name="csX5" fmla="*/ 177800 w 2501900"/>
              <a:gd name="csY5" fmla="*/ 1155700 h 1841620"/>
              <a:gd name="csX6" fmla="*/ 215900 w 2501900"/>
              <a:gd name="csY6" fmla="*/ 1193800 h 1841620"/>
              <a:gd name="csX7" fmla="*/ 342900 w 2501900"/>
              <a:gd name="csY7" fmla="*/ 1295400 h 1841620"/>
              <a:gd name="csX8" fmla="*/ 622300 w 2501900"/>
              <a:gd name="csY8" fmla="*/ 1282700 h 1841620"/>
              <a:gd name="csX9" fmla="*/ 711200 w 2501900"/>
              <a:gd name="csY9" fmla="*/ 1257300 h 1841620"/>
              <a:gd name="csX10" fmla="*/ 825500 w 2501900"/>
              <a:gd name="csY10" fmla="*/ 1219200 h 1841620"/>
              <a:gd name="csX11" fmla="*/ 1003300 w 2501900"/>
              <a:gd name="csY11" fmla="*/ 1066800 h 1841620"/>
              <a:gd name="csX12" fmla="*/ 958850 w 2501900"/>
              <a:gd name="csY12" fmla="*/ 603250 h 1841620"/>
              <a:gd name="csX13" fmla="*/ 946150 w 2501900"/>
              <a:gd name="csY13" fmla="*/ 514350 h 1841620"/>
              <a:gd name="csX14" fmla="*/ 901700 w 2501900"/>
              <a:gd name="csY14" fmla="*/ 463550 h 1841620"/>
              <a:gd name="csX15" fmla="*/ 838200 w 2501900"/>
              <a:gd name="csY15" fmla="*/ 412750 h 1841620"/>
              <a:gd name="csX16" fmla="*/ 825500 w 2501900"/>
              <a:gd name="csY16" fmla="*/ 444500 h 1841620"/>
              <a:gd name="csX17" fmla="*/ 781050 w 2501900"/>
              <a:gd name="csY17" fmla="*/ 457200 h 1841620"/>
              <a:gd name="csX18" fmla="*/ 622300 w 2501900"/>
              <a:gd name="csY18" fmla="*/ 609600 h 1841620"/>
              <a:gd name="csX19" fmla="*/ 711200 w 2501900"/>
              <a:gd name="csY19" fmla="*/ 749300 h 1841620"/>
              <a:gd name="csX20" fmla="*/ 800100 w 2501900"/>
              <a:gd name="csY20" fmla="*/ 850900 h 1841620"/>
              <a:gd name="csX21" fmla="*/ 838200 w 2501900"/>
              <a:gd name="csY21" fmla="*/ 863600 h 1841620"/>
              <a:gd name="csX22" fmla="*/ 914400 w 2501900"/>
              <a:gd name="csY22" fmla="*/ 876300 h 1841620"/>
              <a:gd name="csX23" fmla="*/ 1168400 w 2501900"/>
              <a:gd name="csY23" fmla="*/ 952500 h 1841620"/>
              <a:gd name="csX24" fmla="*/ 1289050 w 2501900"/>
              <a:gd name="csY24" fmla="*/ 1060450 h 1841620"/>
              <a:gd name="csX25" fmla="*/ 1485900 w 2501900"/>
              <a:gd name="csY25" fmla="*/ 1257300 h 1841620"/>
              <a:gd name="csX26" fmla="*/ 1524000 w 2501900"/>
              <a:gd name="csY26" fmla="*/ 1371600 h 1841620"/>
              <a:gd name="csX27" fmla="*/ 1498600 w 2501900"/>
              <a:gd name="csY27" fmla="*/ 1536700 h 1841620"/>
              <a:gd name="csX28" fmla="*/ 1447800 w 2501900"/>
              <a:gd name="csY28" fmla="*/ 1587500 h 1841620"/>
              <a:gd name="csX29" fmla="*/ 1358900 w 2501900"/>
              <a:gd name="csY29" fmla="*/ 1625600 h 1841620"/>
              <a:gd name="csX30" fmla="*/ 1257300 w 2501900"/>
              <a:gd name="csY30" fmla="*/ 1714500 h 1841620"/>
              <a:gd name="csX31" fmla="*/ 1181100 w 2501900"/>
              <a:gd name="csY31" fmla="*/ 1765300 h 1841620"/>
              <a:gd name="csX32" fmla="*/ 1351396 w 2501900"/>
              <a:gd name="csY32" fmla="*/ 573201 h 1841620"/>
              <a:gd name="csX33" fmla="*/ 1370446 w 2501900"/>
              <a:gd name="csY33" fmla="*/ 192200 h 1841620"/>
              <a:gd name="csX34" fmla="*/ 1257300 w 2501900"/>
              <a:gd name="csY34" fmla="*/ 0 h 1841620"/>
              <a:gd name="csX35" fmla="*/ 1084696 w 2501900"/>
              <a:gd name="csY35" fmla="*/ 141400 h 1841620"/>
              <a:gd name="csX36" fmla="*/ 1181100 w 2501900"/>
              <a:gd name="csY36" fmla="*/ 387350 h 1841620"/>
              <a:gd name="csX37" fmla="*/ 1219200 w 2501900"/>
              <a:gd name="csY37" fmla="*/ 393700 h 1841620"/>
              <a:gd name="csX38" fmla="*/ 1219200 w 2501900"/>
              <a:gd name="csY38" fmla="*/ 419100 h 1841620"/>
              <a:gd name="csX39" fmla="*/ 1219200 w 2501900"/>
              <a:gd name="csY39" fmla="*/ 374650 h 1841620"/>
              <a:gd name="csX40" fmla="*/ 1314450 w 2501900"/>
              <a:gd name="csY40" fmla="*/ 514350 h 1841620"/>
              <a:gd name="csX41" fmla="*/ 1689100 w 2501900"/>
              <a:gd name="csY41" fmla="*/ 1003300 h 1841620"/>
              <a:gd name="csX42" fmla="*/ 1778000 w 2501900"/>
              <a:gd name="csY42" fmla="*/ 927100 h 1841620"/>
              <a:gd name="csX43" fmla="*/ 1917700 w 2501900"/>
              <a:gd name="csY43" fmla="*/ 774700 h 1841620"/>
              <a:gd name="csX44" fmla="*/ 1943100 w 2501900"/>
              <a:gd name="csY44" fmla="*/ 711200 h 1841620"/>
              <a:gd name="csX45" fmla="*/ 1930400 w 2501900"/>
              <a:gd name="csY45" fmla="*/ 520700 h 1841620"/>
              <a:gd name="csX46" fmla="*/ 1892300 w 2501900"/>
              <a:gd name="csY46" fmla="*/ 469900 h 1841620"/>
              <a:gd name="csX47" fmla="*/ 1841500 w 2501900"/>
              <a:gd name="csY47" fmla="*/ 457200 h 1841620"/>
              <a:gd name="csX48" fmla="*/ 1739900 w 2501900"/>
              <a:gd name="csY48" fmla="*/ 482600 h 1841620"/>
              <a:gd name="csX49" fmla="*/ 1714500 w 2501900"/>
              <a:gd name="csY49" fmla="*/ 520700 h 1841620"/>
              <a:gd name="csX50" fmla="*/ 1625600 w 2501900"/>
              <a:gd name="csY50" fmla="*/ 622300 h 1841620"/>
              <a:gd name="csX51" fmla="*/ 1663700 w 2501900"/>
              <a:gd name="csY51" fmla="*/ 927100 h 1841620"/>
              <a:gd name="csX52" fmla="*/ 1752600 w 2501900"/>
              <a:gd name="csY52" fmla="*/ 1003300 h 1841620"/>
              <a:gd name="csX53" fmla="*/ 1930400 w 2501900"/>
              <a:gd name="csY53" fmla="*/ 1181100 h 1841620"/>
              <a:gd name="csX54" fmla="*/ 2006600 w 2501900"/>
              <a:gd name="csY54" fmla="*/ 1270000 h 1841620"/>
              <a:gd name="csX55" fmla="*/ 2044700 w 2501900"/>
              <a:gd name="csY55" fmla="*/ 1295400 h 1841620"/>
              <a:gd name="csX56" fmla="*/ 2247900 w 2501900"/>
              <a:gd name="csY56" fmla="*/ 1346200 h 1841620"/>
              <a:gd name="csX57" fmla="*/ 2489200 w 2501900"/>
              <a:gd name="csY57" fmla="*/ 1231900 h 1841620"/>
              <a:gd name="csX58" fmla="*/ 2501900 w 2501900"/>
              <a:gd name="csY58" fmla="*/ 1206500 h 1841620"/>
              <a:gd name="csX0" fmla="*/ 0 w 2501900"/>
              <a:gd name="csY0" fmla="*/ 977900 h 1841620"/>
              <a:gd name="csX1" fmla="*/ 107950 w 2501900"/>
              <a:gd name="csY1" fmla="*/ 984250 h 1841620"/>
              <a:gd name="csX2" fmla="*/ 50800 w 2501900"/>
              <a:gd name="csY2" fmla="*/ 1066800 h 1841620"/>
              <a:gd name="csX3" fmla="*/ 88900 w 2501900"/>
              <a:gd name="csY3" fmla="*/ 1079500 h 1841620"/>
              <a:gd name="csX4" fmla="*/ 139700 w 2501900"/>
              <a:gd name="csY4" fmla="*/ 1104900 h 1841620"/>
              <a:gd name="csX5" fmla="*/ 177800 w 2501900"/>
              <a:gd name="csY5" fmla="*/ 1155700 h 1841620"/>
              <a:gd name="csX6" fmla="*/ 215900 w 2501900"/>
              <a:gd name="csY6" fmla="*/ 1193800 h 1841620"/>
              <a:gd name="csX7" fmla="*/ 342900 w 2501900"/>
              <a:gd name="csY7" fmla="*/ 1295400 h 1841620"/>
              <a:gd name="csX8" fmla="*/ 622300 w 2501900"/>
              <a:gd name="csY8" fmla="*/ 1282700 h 1841620"/>
              <a:gd name="csX9" fmla="*/ 711200 w 2501900"/>
              <a:gd name="csY9" fmla="*/ 1257300 h 1841620"/>
              <a:gd name="csX10" fmla="*/ 825500 w 2501900"/>
              <a:gd name="csY10" fmla="*/ 1219200 h 1841620"/>
              <a:gd name="csX11" fmla="*/ 1003300 w 2501900"/>
              <a:gd name="csY11" fmla="*/ 1066800 h 1841620"/>
              <a:gd name="csX12" fmla="*/ 958850 w 2501900"/>
              <a:gd name="csY12" fmla="*/ 603250 h 1841620"/>
              <a:gd name="csX13" fmla="*/ 946150 w 2501900"/>
              <a:gd name="csY13" fmla="*/ 514350 h 1841620"/>
              <a:gd name="csX14" fmla="*/ 901700 w 2501900"/>
              <a:gd name="csY14" fmla="*/ 463550 h 1841620"/>
              <a:gd name="csX15" fmla="*/ 838200 w 2501900"/>
              <a:gd name="csY15" fmla="*/ 412750 h 1841620"/>
              <a:gd name="csX16" fmla="*/ 825500 w 2501900"/>
              <a:gd name="csY16" fmla="*/ 444500 h 1841620"/>
              <a:gd name="csX17" fmla="*/ 781050 w 2501900"/>
              <a:gd name="csY17" fmla="*/ 457200 h 1841620"/>
              <a:gd name="csX18" fmla="*/ 622300 w 2501900"/>
              <a:gd name="csY18" fmla="*/ 609600 h 1841620"/>
              <a:gd name="csX19" fmla="*/ 711200 w 2501900"/>
              <a:gd name="csY19" fmla="*/ 749300 h 1841620"/>
              <a:gd name="csX20" fmla="*/ 800100 w 2501900"/>
              <a:gd name="csY20" fmla="*/ 850900 h 1841620"/>
              <a:gd name="csX21" fmla="*/ 838200 w 2501900"/>
              <a:gd name="csY21" fmla="*/ 863600 h 1841620"/>
              <a:gd name="csX22" fmla="*/ 914400 w 2501900"/>
              <a:gd name="csY22" fmla="*/ 876300 h 1841620"/>
              <a:gd name="csX23" fmla="*/ 1168400 w 2501900"/>
              <a:gd name="csY23" fmla="*/ 952500 h 1841620"/>
              <a:gd name="csX24" fmla="*/ 1289050 w 2501900"/>
              <a:gd name="csY24" fmla="*/ 1060450 h 1841620"/>
              <a:gd name="csX25" fmla="*/ 1485900 w 2501900"/>
              <a:gd name="csY25" fmla="*/ 1257300 h 1841620"/>
              <a:gd name="csX26" fmla="*/ 1524000 w 2501900"/>
              <a:gd name="csY26" fmla="*/ 1371600 h 1841620"/>
              <a:gd name="csX27" fmla="*/ 1498600 w 2501900"/>
              <a:gd name="csY27" fmla="*/ 1536700 h 1841620"/>
              <a:gd name="csX28" fmla="*/ 1447800 w 2501900"/>
              <a:gd name="csY28" fmla="*/ 1587500 h 1841620"/>
              <a:gd name="csX29" fmla="*/ 1358900 w 2501900"/>
              <a:gd name="csY29" fmla="*/ 1625600 h 1841620"/>
              <a:gd name="csX30" fmla="*/ 1257300 w 2501900"/>
              <a:gd name="csY30" fmla="*/ 1714500 h 1841620"/>
              <a:gd name="csX31" fmla="*/ 1181100 w 2501900"/>
              <a:gd name="csY31" fmla="*/ 1765300 h 1841620"/>
              <a:gd name="csX32" fmla="*/ 1351396 w 2501900"/>
              <a:gd name="csY32" fmla="*/ 573201 h 1841620"/>
              <a:gd name="csX33" fmla="*/ 1370446 w 2501900"/>
              <a:gd name="csY33" fmla="*/ 192200 h 1841620"/>
              <a:gd name="csX34" fmla="*/ 1257300 w 2501900"/>
              <a:gd name="csY34" fmla="*/ 0 h 1841620"/>
              <a:gd name="csX35" fmla="*/ 1084696 w 2501900"/>
              <a:gd name="csY35" fmla="*/ 141400 h 1841620"/>
              <a:gd name="csX36" fmla="*/ 1181100 w 2501900"/>
              <a:gd name="csY36" fmla="*/ 387350 h 1841620"/>
              <a:gd name="csX37" fmla="*/ 1219200 w 2501900"/>
              <a:gd name="csY37" fmla="*/ 393700 h 1841620"/>
              <a:gd name="csX38" fmla="*/ 1219200 w 2501900"/>
              <a:gd name="csY38" fmla="*/ 400050 h 1841620"/>
              <a:gd name="csX39" fmla="*/ 1219200 w 2501900"/>
              <a:gd name="csY39" fmla="*/ 374650 h 1841620"/>
              <a:gd name="csX40" fmla="*/ 1314450 w 2501900"/>
              <a:gd name="csY40" fmla="*/ 514350 h 1841620"/>
              <a:gd name="csX41" fmla="*/ 1689100 w 2501900"/>
              <a:gd name="csY41" fmla="*/ 1003300 h 1841620"/>
              <a:gd name="csX42" fmla="*/ 1778000 w 2501900"/>
              <a:gd name="csY42" fmla="*/ 927100 h 1841620"/>
              <a:gd name="csX43" fmla="*/ 1917700 w 2501900"/>
              <a:gd name="csY43" fmla="*/ 774700 h 1841620"/>
              <a:gd name="csX44" fmla="*/ 1943100 w 2501900"/>
              <a:gd name="csY44" fmla="*/ 711200 h 1841620"/>
              <a:gd name="csX45" fmla="*/ 1930400 w 2501900"/>
              <a:gd name="csY45" fmla="*/ 520700 h 1841620"/>
              <a:gd name="csX46" fmla="*/ 1892300 w 2501900"/>
              <a:gd name="csY46" fmla="*/ 469900 h 1841620"/>
              <a:gd name="csX47" fmla="*/ 1841500 w 2501900"/>
              <a:gd name="csY47" fmla="*/ 457200 h 1841620"/>
              <a:gd name="csX48" fmla="*/ 1739900 w 2501900"/>
              <a:gd name="csY48" fmla="*/ 482600 h 1841620"/>
              <a:gd name="csX49" fmla="*/ 1714500 w 2501900"/>
              <a:gd name="csY49" fmla="*/ 520700 h 1841620"/>
              <a:gd name="csX50" fmla="*/ 1625600 w 2501900"/>
              <a:gd name="csY50" fmla="*/ 622300 h 1841620"/>
              <a:gd name="csX51" fmla="*/ 1663700 w 2501900"/>
              <a:gd name="csY51" fmla="*/ 927100 h 1841620"/>
              <a:gd name="csX52" fmla="*/ 1752600 w 2501900"/>
              <a:gd name="csY52" fmla="*/ 1003300 h 1841620"/>
              <a:gd name="csX53" fmla="*/ 1930400 w 2501900"/>
              <a:gd name="csY53" fmla="*/ 1181100 h 1841620"/>
              <a:gd name="csX54" fmla="*/ 2006600 w 2501900"/>
              <a:gd name="csY54" fmla="*/ 1270000 h 1841620"/>
              <a:gd name="csX55" fmla="*/ 2044700 w 2501900"/>
              <a:gd name="csY55" fmla="*/ 1295400 h 1841620"/>
              <a:gd name="csX56" fmla="*/ 2247900 w 2501900"/>
              <a:gd name="csY56" fmla="*/ 1346200 h 1841620"/>
              <a:gd name="csX57" fmla="*/ 2489200 w 2501900"/>
              <a:gd name="csY57" fmla="*/ 1231900 h 1841620"/>
              <a:gd name="csX58" fmla="*/ 2501900 w 2501900"/>
              <a:gd name="csY58" fmla="*/ 1206500 h 1841620"/>
              <a:gd name="csX0" fmla="*/ 0 w 2501900"/>
              <a:gd name="csY0" fmla="*/ 977900 h 1839526"/>
              <a:gd name="csX1" fmla="*/ 107950 w 2501900"/>
              <a:gd name="csY1" fmla="*/ 984250 h 1839526"/>
              <a:gd name="csX2" fmla="*/ 50800 w 2501900"/>
              <a:gd name="csY2" fmla="*/ 1066800 h 1839526"/>
              <a:gd name="csX3" fmla="*/ 88900 w 2501900"/>
              <a:gd name="csY3" fmla="*/ 1079500 h 1839526"/>
              <a:gd name="csX4" fmla="*/ 139700 w 2501900"/>
              <a:gd name="csY4" fmla="*/ 1104900 h 1839526"/>
              <a:gd name="csX5" fmla="*/ 177800 w 2501900"/>
              <a:gd name="csY5" fmla="*/ 1155700 h 1839526"/>
              <a:gd name="csX6" fmla="*/ 215900 w 2501900"/>
              <a:gd name="csY6" fmla="*/ 1193800 h 1839526"/>
              <a:gd name="csX7" fmla="*/ 342900 w 2501900"/>
              <a:gd name="csY7" fmla="*/ 1295400 h 1839526"/>
              <a:gd name="csX8" fmla="*/ 622300 w 2501900"/>
              <a:gd name="csY8" fmla="*/ 1282700 h 1839526"/>
              <a:gd name="csX9" fmla="*/ 711200 w 2501900"/>
              <a:gd name="csY9" fmla="*/ 1257300 h 1839526"/>
              <a:gd name="csX10" fmla="*/ 825500 w 2501900"/>
              <a:gd name="csY10" fmla="*/ 1219200 h 1839526"/>
              <a:gd name="csX11" fmla="*/ 1003300 w 2501900"/>
              <a:gd name="csY11" fmla="*/ 1066800 h 1839526"/>
              <a:gd name="csX12" fmla="*/ 958850 w 2501900"/>
              <a:gd name="csY12" fmla="*/ 603250 h 1839526"/>
              <a:gd name="csX13" fmla="*/ 946150 w 2501900"/>
              <a:gd name="csY13" fmla="*/ 514350 h 1839526"/>
              <a:gd name="csX14" fmla="*/ 901700 w 2501900"/>
              <a:gd name="csY14" fmla="*/ 463550 h 1839526"/>
              <a:gd name="csX15" fmla="*/ 838200 w 2501900"/>
              <a:gd name="csY15" fmla="*/ 412750 h 1839526"/>
              <a:gd name="csX16" fmla="*/ 825500 w 2501900"/>
              <a:gd name="csY16" fmla="*/ 444500 h 1839526"/>
              <a:gd name="csX17" fmla="*/ 781050 w 2501900"/>
              <a:gd name="csY17" fmla="*/ 457200 h 1839526"/>
              <a:gd name="csX18" fmla="*/ 622300 w 2501900"/>
              <a:gd name="csY18" fmla="*/ 609600 h 1839526"/>
              <a:gd name="csX19" fmla="*/ 711200 w 2501900"/>
              <a:gd name="csY19" fmla="*/ 749300 h 1839526"/>
              <a:gd name="csX20" fmla="*/ 800100 w 2501900"/>
              <a:gd name="csY20" fmla="*/ 850900 h 1839526"/>
              <a:gd name="csX21" fmla="*/ 838200 w 2501900"/>
              <a:gd name="csY21" fmla="*/ 863600 h 1839526"/>
              <a:gd name="csX22" fmla="*/ 914400 w 2501900"/>
              <a:gd name="csY22" fmla="*/ 876300 h 1839526"/>
              <a:gd name="csX23" fmla="*/ 1168400 w 2501900"/>
              <a:gd name="csY23" fmla="*/ 952500 h 1839526"/>
              <a:gd name="csX24" fmla="*/ 1289050 w 2501900"/>
              <a:gd name="csY24" fmla="*/ 1060450 h 1839526"/>
              <a:gd name="csX25" fmla="*/ 1485900 w 2501900"/>
              <a:gd name="csY25" fmla="*/ 1257300 h 1839526"/>
              <a:gd name="csX26" fmla="*/ 1524000 w 2501900"/>
              <a:gd name="csY26" fmla="*/ 1371600 h 1839526"/>
              <a:gd name="csX27" fmla="*/ 1498600 w 2501900"/>
              <a:gd name="csY27" fmla="*/ 1536700 h 1839526"/>
              <a:gd name="csX28" fmla="*/ 1447800 w 2501900"/>
              <a:gd name="csY28" fmla="*/ 1587500 h 1839526"/>
              <a:gd name="csX29" fmla="*/ 1504950 w 2501900"/>
              <a:gd name="csY29" fmla="*/ 1727200 h 1839526"/>
              <a:gd name="csX30" fmla="*/ 1257300 w 2501900"/>
              <a:gd name="csY30" fmla="*/ 1714500 h 1839526"/>
              <a:gd name="csX31" fmla="*/ 1181100 w 2501900"/>
              <a:gd name="csY31" fmla="*/ 1765300 h 1839526"/>
              <a:gd name="csX32" fmla="*/ 1351396 w 2501900"/>
              <a:gd name="csY32" fmla="*/ 573201 h 1839526"/>
              <a:gd name="csX33" fmla="*/ 1370446 w 2501900"/>
              <a:gd name="csY33" fmla="*/ 192200 h 1839526"/>
              <a:gd name="csX34" fmla="*/ 1257300 w 2501900"/>
              <a:gd name="csY34" fmla="*/ 0 h 1839526"/>
              <a:gd name="csX35" fmla="*/ 1084696 w 2501900"/>
              <a:gd name="csY35" fmla="*/ 141400 h 1839526"/>
              <a:gd name="csX36" fmla="*/ 1181100 w 2501900"/>
              <a:gd name="csY36" fmla="*/ 387350 h 1839526"/>
              <a:gd name="csX37" fmla="*/ 1219200 w 2501900"/>
              <a:gd name="csY37" fmla="*/ 393700 h 1839526"/>
              <a:gd name="csX38" fmla="*/ 1219200 w 2501900"/>
              <a:gd name="csY38" fmla="*/ 400050 h 1839526"/>
              <a:gd name="csX39" fmla="*/ 1219200 w 2501900"/>
              <a:gd name="csY39" fmla="*/ 374650 h 1839526"/>
              <a:gd name="csX40" fmla="*/ 1314450 w 2501900"/>
              <a:gd name="csY40" fmla="*/ 514350 h 1839526"/>
              <a:gd name="csX41" fmla="*/ 1689100 w 2501900"/>
              <a:gd name="csY41" fmla="*/ 1003300 h 1839526"/>
              <a:gd name="csX42" fmla="*/ 1778000 w 2501900"/>
              <a:gd name="csY42" fmla="*/ 927100 h 1839526"/>
              <a:gd name="csX43" fmla="*/ 1917700 w 2501900"/>
              <a:gd name="csY43" fmla="*/ 774700 h 1839526"/>
              <a:gd name="csX44" fmla="*/ 1943100 w 2501900"/>
              <a:gd name="csY44" fmla="*/ 711200 h 1839526"/>
              <a:gd name="csX45" fmla="*/ 1930400 w 2501900"/>
              <a:gd name="csY45" fmla="*/ 520700 h 1839526"/>
              <a:gd name="csX46" fmla="*/ 1892300 w 2501900"/>
              <a:gd name="csY46" fmla="*/ 469900 h 1839526"/>
              <a:gd name="csX47" fmla="*/ 1841500 w 2501900"/>
              <a:gd name="csY47" fmla="*/ 457200 h 1839526"/>
              <a:gd name="csX48" fmla="*/ 1739900 w 2501900"/>
              <a:gd name="csY48" fmla="*/ 482600 h 1839526"/>
              <a:gd name="csX49" fmla="*/ 1714500 w 2501900"/>
              <a:gd name="csY49" fmla="*/ 520700 h 1839526"/>
              <a:gd name="csX50" fmla="*/ 1625600 w 2501900"/>
              <a:gd name="csY50" fmla="*/ 622300 h 1839526"/>
              <a:gd name="csX51" fmla="*/ 1663700 w 2501900"/>
              <a:gd name="csY51" fmla="*/ 927100 h 1839526"/>
              <a:gd name="csX52" fmla="*/ 1752600 w 2501900"/>
              <a:gd name="csY52" fmla="*/ 1003300 h 1839526"/>
              <a:gd name="csX53" fmla="*/ 1930400 w 2501900"/>
              <a:gd name="csY53" fmla="*/ 1181100 h 1839526"/>
              <a:gd name="csX54" fmla="*/ 2006600 w 2501900"/>
              <a:gd name="csY54" fmla="*/ 1270000 h 1839526"/>
              <a:gd name="csX55" fmla="*/ 2044700 w 2501900"/>
              <a:gd name="csY55" fmla="*/ 1295400 h 1839526"/>
              <a:gd name="csX56" fmla="*/ 2247900 w 2501900"/>
              <a:gd name="csY56" fmla="*/ 1346200 h 1839526"/>
              <a:gd name="csX57" fmla="*/ 2489200 w 2501900"/>
              <a:gd name="csY57" fmla="*/ 1231900 h 1839526"/>
              <a:gd name="csX58" fmla="*/ 2501900 w 2501900"/>
              <a:gd name="csY58" fmla="*/ 1206500 h 1839526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498600 w 2501900"/>
              <a:gd name="csY27" fmla="*/ 1536700 h 1895895"/>
              <a:gd name="csX28" fmla="*/ 1447800 w 2501900"/>
              <a:gd name="csY28" fmla="*/ 158750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689100 w 2501900"/>
              <a:gd name="csY41" fmla="*/ 1003300 h 1895895"/>
              <a:gd name="csX42" fmla="*/ 1778000 w 2501900"/>
              <a:gd name="csY42" fmla="*/ 9271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625600 w 2501900"/>
              <a:gd name="csY50" fmla="*/ 622300 h 1895895"/>
              <a:gd name="csX51" fmla="*/ 1663700 w 2501900"/>
              <a:gd name="csY51" fmla="*/ 927100 h 1895895"/>
              <a:gd name="csX52" fmla="*/ 1752600 w 2501900"/>
              <a:gd name="csY52" fmla="*/ 10033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498600 w 2501900"/>
              <a:gd name="csY27" fmla="*/ 15367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689100 w 2501900"/>
              <a:gd name="csY41" fmla="*/ 1003300 h 1895895"/>
              <a:gd name="csX42" fmla="*/ 1778000 w 2501900"/>
              <a:gd name="csY42" fmla="*/ 9271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625600 w 2501900"/>
              <a:gd name="csY50" fmla="*/ 622300 h 1895895"/>
              <a:gd name="csX51" fmla="*/ 1663700 w 2501900"/>
              <a:gd name="csY51" fmla="*/ 927100 h 1895895"/>
              <a:gd name="csX52" fmla="*/ 1752600 w 2501900"/>
              <a:gd name="csY52" fmla="*/ 10033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689100 w 2501900"/>
              <a:gd name="csY41" fmla="*/ 1003300 h 1895895"/>
              <a:gd name="csX42" fmla="*/ 1778000 w 2501900"/>
              <a:gd name="csY42" fmla="*/ 9271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625600 w 2501900"/>
              <a:gd name="csY50" fmla="*/ 622300 h 1895895"/>
              <a:gd name="csX51" fmla="*/ 1663700 w 2501900"/>
              <a:gd name="csY51" fmla="*/ 927100 h 1895895"/>
              <a:gd name="csX52" fmla="*/ 1752600 w 2501900"/>
              <a:gd name="csY52" fmla="*/ 10033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778000 w 2501900"/>
              <a:gd name="csY42" fmla="*/ 9271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625600 w 2501900"/>
              <a:gd name="csY50" fmla="*/ 622300 h 1895895"/>
              <a:gd name="csX51" fmla="*/ 1663700 w 2501900"/>
              <a:gd name="csY51" fmla="*/ 927100 h 1895895"/>
              <a:gd name="csX52" fmla="*/ 1752600 w 2501900"/>
              <a:gd name="csY52" fmla="*/ 10033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778000 w 2501900"/>
              <a:gd name="csY42" fmla="*/ 9271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625600 w 2501900"/>
              <a:gd name="csY50" fmla="*/ 622300 h 1895895"/>
              <a:gd name="csX51" fmla="*/ 1860550 w 2501900"/>
              <a:gd name="csY51" fmla="*/ 723900 h 1895895"/>
              <a:gd name="csX52" fmla="*/ 1752600 w 2501900"/>
              <a:gd name="csY52" fmla="*/ 10033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778000 w 2501900"/>
              <a:gd name="csY42" fmla="*/ 9271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625600 w 2501900"/>
              <a:gd name="csY50" fmla="*/ 622300 h 1895895"/>
              <a:gd name="csX51" fmla="*/ 1860550 w 2501900"/>
              <a:gd name="csY51" fmla="*/ 723900 h 1895895"/>
              <a:gd name="csX52" fmla="*/ 1911350 w 2501900"/>
              <a:gd name="csY52" fmla="*/ 8255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778000 w 2501900"/>
              <a:gd name="csY42" fmla="*/ 9271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720850 w 2501900"/>
              <a:gd name="csY50" fmla="*/ 577850 h 1895895"/>
              <a:gd name="csX51" fmla="*/ 1860550 w 2501900"/>
              <a:gd name="csY51" fmla="*/ 723900 h 1895895"/>
              <a:gd name="csX52" fmla="*/ 1911350 w 2501900"/>
              <a:gd name="csY52" fmla="*/ 8255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860550 w 2501900"/>
              <a:gd name="csY42" fmla="*/ 8255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720850 w 2501900"/>
              <a:gd name="csY50" fmla="*/ 577850 h 1895895"/>
              <a:gd name="csX51" fmla="*/ 1860550 w 2501900"/>
              <a:gd name="csY51" fmla="*/ 723900 h 1895895"/>
              <a:gd name="csX52" fmla="*/ 1911350 w 2501900"/>
              <a:gd name="csY52" fmla="*/ 825500 h 1895895"/>
              <a:gd name="csX53" fmla="*/ 1930400 w 2501900"/>
              <a:gd name="csY53" fmla="*/ 11811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860550 w 2501900"/>
              <a:gd name="csY42" fmla="*/ 8255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720850 w 2501900"/>
              <a:gd name="csY50" fmla="*/ 577850 h 1895895"/>
              <a:gd name="csX51" fmla="*/ 1860550 w 2501900"/>
              <a:gd name="csY51" fmla="*/ 723900 h 1895895"/>
              <a:gd name="csX52" fmla="*/ 1911350 w 2501900"/>
              <a:gd name="csY52" fmla="*/ 825500 h 1895895"/>
              <a:gd name="csX53" fmla="*/ 2222500 w 2501900"/>
              <a:gd name="csY53" fmla="*/ 952500 h 1895895"/>
              <a:gd name="csX54" fmla="*/ 2006600 w 2501900"/>
              <a:gd name="csY54" fmla="*/ 1270000 h 1895895"/>
              <a:gd name="csX55" fmla="*/ 2044700 w 2501900"/>
              <a:gd name="csY55" fmla="*/ 129540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860550 w 2501900"/>
              <a:gd name="csY42" fmla="*/ 8255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720850 w 2501900"/>
              <a:gd name="csY50" fmla="*/ 577850 h 1895895"/>
              <a:gd name="csX51" fmla="*/ 1860550 w 2501900"/>
              <a:gd name="csY51" fmla="*/ 723900 h 1895895"/>
              <a:gd name="csX52" fmla="*/ 1911350 w 2501900"/>
              <a:gd name="csY52" fmla="*/ 825500 h 1895895"/>
              <a:gd name="csX53" fmla="*/ 2222500 w 2501900"/>
              <a:gd name="csY53" fmla="*/ 952500 h 1895895"/>
              <a:gd name="csX54" fmla="*/ 2006600 w 2501900"/>
              <a:gd name="csY54" fmla="*/ 1270000 h 1895895"/>
              <a:gd name="csX55" fmla="*/ 2266950 w 2501900"/>
              <a:gd name="csY55" fmla="*/ 120015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860550 w 2501900"/>
              <a:gd name="csY42" fmla="*/ 8255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720850 w 2501900"/>
              <a:gd name="csY50" fmla="*/ 577850 h 1895895"/>
              <a:gd name="csX51" fmla="*/ 1860550 w 2501900"/>
              <a:gd name="csY51" fmla="*/ 723900 h 1895895"/>
              <a:gd name="csX52" fmla="*/ 1911350 w 2501900"/>
              <a:gd name="csY52" fmla="*/ 825500 h 1895895"/>
              <a:gd name="csX53" fmla="*/ 2222500 w 2501900"/>
              <a:gd name="csY53" fmla="*/ 952500 h 1895895"/>
              <a:gd name="csX54" fmla="*/ 2292350 w 2501900"/>
              <a:gd name="csY54" fmla="*/ 1155700 h 1895895"/>
              <a:gd name="csX55" fmla="*/ 2266950 w 2501900"/>
              <a:gd name="csY55" fmla="*/ 1200150 h 1895895"/>
              <a:gd name="csX56" fmla="*/ 2247900 w 2501900"/>
              <a:gd name="csY56" fmla="*/ 1346200 h 1895895"/>
              <a:gd name="csX57" fmla="*/ 2489200 w 2501900"/>
              <a:gd name="csY57" fmla="*/ 1231900 h 1895895"/>
              <a:gd name="csX58" fmla="*/ 2501900 w 2501900"/>
              <a:gd name="csY58" fmla="*/ 1206500 h 1895895"/>
              <a:gd name="csX0" fmla="*/ 0 w 2501900"/>
              <a:gd name="csY0" fmla="*/ 977900 h 1895895"/>
              <a:gd name="csX1" fmla="*/ 107950 w 2501900"/>
              <a:gd name="csY1" fmla="*/ 984250 h 1895895"/>
              <a:gd name="csX2" fmla="*/ 50800 w 2501900"/>
              <a:gd name="csY2" fmla="*/ 1066800 h 1895895"/>
              <a:gd name="csX3" fmla="*/ 88900 w 2501900"/>
              <a:gd name="csY3" fmla="*/ 1079500 h 1895895"/>
              <a:gd name="csX4" fmla="*/ 139700 w 2501900"/>
              <a:gd name="csY4" fmla="*/ 1104900 h 1895895"/>
              <a:gd name="csX5" fmla="*/ 177800 w 2501900"/>
              <a:gd name="csY5" fmla="*/ 1155700 h 1895895"/>
              <a:gd name="csX6" fmla="*/ 215900 w 2501900"/>
              <a:gd name="csY6" fmla="*/ 1193800 h 1895895"/>
              <a:gd name="csX7" fmla="*/ 342900 w 2501900"/>
              <a:gd name="csY7" fmla="*/ 1295400 h 1895895"/>
              <a:gd name="csX8" fmla="*/ 622300 w 2501900"/>
              <a:gd name="csY8" fmla="*/ 1282700 h 1895895"/>
              <a:gd name="csX9" fmla="*/ 711200 w 2501900"/>
              <a:gd name="csY9" fmla="*/ 1257300 h 1895895"/>
              <a:gd name="csX10" fmla="*/ 825500 w 2501900"/>
              <a:gd name="csY10" fmla="*/ 1219200 h 1895895"/>
              <a:gd name="csX11" fmla="*/ 1003300 w 2501900"/>
              <a:gd name="csY11" fmla="*/ 1066800 h 1895895"/>
              <a:gd name="csX12" fmla="*/ 958850 w 2501900"/>
              <a:gd name="csY12" fmla="*/ 603250 h 1895895"/>
              <a:gd name="csX13" fmla="*/ 946150 w 2501900"/>
              <a:gd name="csY13" fmla="*/ 514350 h 1895895"/>
              <a:gd name="csX14" fmla="*/ 901700 w 2501900"/>
              <a:gd name="csY14" fmla="*/ 463550 h 1895895"/>
              <a:gd name="csX15" fmla="*/ 838200 w 2501900"/>
              <a:gd name="csY15" fmla="*/ 412750 h 1895895"/>
              <a:gd name="csX16" fmla="*/ 825500 w 2501900"/>
              <a:gd name="csY16" fmla="*/ 444500 h 1895895"/>
              <a:gd name="csX17" fmla="*/ 781050 w 2501900"/>
              <a:gd name="csY17" fmla="*/ 457200 h 1895895"/>
              <a:gd name="csX18" fmla="*/ 622300 w 2501900"/>
              <a:gd name="csY18" fmla="*/ 609600 h 1895895"/>
              <a:gd name="csX19" fmla="*/ 711200 w 2501900"/>
              <a:gd name="csY19" fmla="*/ 749300 h 1895895"/>
              <a:gd name="csX20" fmla="*/ 800100 w 2501900"/>
              <a:gd name="csY20" fmla="*/ 850900 h 1895895"/>
              <a:gd name="csX21" fmla="*/ 838200 w 2501900"/>
              <a:gd name="csY21" fmla="*/ 863600 h 1895895"/>
              <a:gd name="csX22" fmla="*/ 914400 w 2501900"/>
              <a:gd name="csY22" fmla="*/ 876300 h 1895895"/>
              <a:gd name="csX23" fmla="*/ 1168400 w 2501900"/>
              <a:gd name="csY23" fmla="*/ 952500 h 1895895"/>
              <a:gd name="csX24" fmla="*/ 1289050 w 2501900"/>
              <a:gd name="csY24" fmla="*/ 1060450 h 1895895"/>
              <a:gd name="csX25" fmla="*/ 1485900 w 2501900"/>
              <a:gd name="csY25" fmla="*/ 1257300 h 1895895"/>
              <a:gd name="csX26" fmla="*/ 1524000 w 2501900"/>
              <a:gd name="csY26" fmla="*/ 1371600 h 1895895"/>
              <a:gd name="csX27" fmla="*/ 1555750 w 2501900"/>
              <a:gd name="csY27" fmla="*/ 1498600 h 1895895"/>
              <a:gd name="csX28" fmla="*/ 1555750 w 2501900"/>
              <a:gd name="csY28" fmla="*/ 1606550 h 1895895"/>
              <a:gd name="csX29" fmla="*/ 1504950 w 2501900"/>
              <a:gd name="csY29" fmla="*/ 1727200 h 1895895"/>
              <a:gd name="csX30" fmla="*/ 1397000 w 2501900"/>
              <a:gd name="csY30" fmla="*/ 1860550 h 1895895"/>
              <a:gd name="csX31" fmla="*/ 1181100 w 2501900"/>
              <a:gd name="csY31" fmla="*/ 1765300 h 1895895"/>
              <a:gd name="csX32" fmla="*/ 1351396 w 2501900"/>
              <a:gd name="csY32" fmla="*/ 573201 h 1895895"/>
              <a:gd name="csX33" fmla="*/ 1370446 w 2501900"/>
              <a:gd name="csY33" fmla="*/ 192200 h 1895895"/>
              <a:gd name="csX34" fmla="*/ 1257300 w 2501900"/>
              <a:gd name="csY34" fmla="*/ 0 h 1895895"/>
              <a:gd name="csX35" fmla="*/ 1084696 w 2501900"/>
              <a:gd name="csY35" fmla="*/ 141400 h 1895895"/>
              <a:gd name="csX36" fmla="*/ 1181100 w 2501900"/>
              <a:gd name="csY36" fmla="*/ 387350 h 1895895"/>
              <a:gd name="csX37" fmla="*/ 1219200 w 2501900"/>
              <a:gd name="csY37" fmla="*/ 393700 h 1895895"/>
              <a:gd name="csX38" fmla="*/ 1219200 w 2501900"/>
              <a:gd name="csY38" fmla="*/ 400050 h 1895895"/>
              <a:gd name="csX39" fmla="*/ 1219200 w 2501900"/>
              <a:gd name="csY39" fmla="*/ 374650 h 1895895"/>
              <a:gd name="csX40" fmla="*/ 1314450 w 2501900"/>
              <a:gd name="csY40" fmla="*/ 514350 h 1895895"/>
              <a:gd name="csX41" fmla="*/ 1720850 w 2501900"/>
              <a:gd name="csY41" fmla="*/ 742950 h 1895895"/>
              <a:gd name="csX42" fmla="*/ 1860550 w 2501900"/>
              <a:gd name="csY42" fmla="*/ 825500 h 1895895"/>
              <a:gd name="csX43" fmla="*/ 1917700 w 2501900"/>
              <a:gd name="csY43" fmla="*/ 774700 h 1895895"/>
              <a:gd name="csX44" fmla="*/ 1943100 w 2501900"/>
              <a:gd name="csY44" fmla="*/ 711200 h 1895895"/>
              <a:gd name="csX45" fmla="*/ 1930400 w 2501900"/>
              <a:gd name="csY45" fmla="*/ 520700 h 1895895"/>
              <a:gd name="csX46" fmla="*/ 1892300 w 2501900"/>
              <a:gd name="csY46" fmla="*/ 469900 h 1895895"/>
              <a:gd name="csX47" fmla="*/ 1841500 w 2501900"/>
              <a:gd name="csY47" fmla="*/ 457200 h 1895895"/>
              <a:gd name="csX48" fmla="*/ 1739900 w 2501900"/>
              <a:gd name="csY48" fmla="*/ 482600 h 1895895"/>
              <a:gd name="csX49" fmla="*/ 1714500 w 2501900"/>
              <a:gd name="csY49" fmla="*/ 520700 h 1895895"/>
              <a:gd name="csX50" fmla="*/ 1720850 w 2501900"/>
              <a:gd name="csY50" fmla="*/ 577850 h 1895895"/>
              <a:gd name="csX51" fmla="*/ 1860550 w 2501900"/>
              <a:gd name="csY51" fmla="*/ 723900 h 1895895"/>
              <a:gd name="csX52" fmla="*/ 1911350 w 2501900"/>
              <a:gd name="csY52" fmla="*/ 825500 h 1895895"/>
              <a:gd name="csX53" fmla="*/ 2222500 w 2501900"/>
              <a:gd name="csY53" fmla="*/ 952500 h 1895895"/>
              <a:gd name="csX54" fmla="*/ 2292350 w 2501900"/>
              <a:gd name="csY54" fmla="*/ 1155700 h 1895895"/>
              <a:gd name="csX55" fmla="*/ 2266950 w 2501900"/>
              <a:gd name="csY55" fmla="*/ 1200150 h 1895895"/>
              <a:gd name="csX56" fmla="*/ 2247900 w 2501900"/>
              <a:gd name="csY56" fmla="*/ 1346200 h 1895895"/>
              <a:gd name="csX57" fmla="*/ 2279650 w 2501900"/>
              <a:gd name="csY57" fmla="*/ 1606550 h 1895895"/>
              <a:gd name="csX58" fmla="*/ 2501900 w 2501900"/>
              <a:gd name="csY58" fmla="*/ 1206500 h 1895895"/>
              <a:gd name="csX0" fmla="*/ 0 w 2304904"/>
              <a:gd name="csY0" fmla="*/ 977900 h 1895895"/>
              <a:gd name="csX1" fmla="*/ 107950 w 2304904"/>
              <a:gd name="csY1" fmla="*/ 984250 h 1895895"/>
              <a:gd name="csX2" fmla="*/ 50800 w 2304904"/>
              <a:gd name="csY2" fmla="*/ 1066800 h 1895895"/>
              <a:gd name="csX3" fmla="*/ 88900 w 2304904"/>
              <a:gd name="csY3" fmla="*/ 1079500 h 1895895"/>
              <a:gd name="csX4" fmla="*/ 139700 w 2304904"/>
              <a:gd name="csY4" fmla="*/ 1104900 h 1895895"/>
              <a:gd name="csX5" fmla="*/ 177800 w 2304904"/>
              <a:gd name="csY5" fmla="*/ 1155700 h 1895895"/>
              <a:gd name="csX6" fmla="*/ 215900 w 2304904"/>
              <a:gd name="csY6" fmla="*/ 1193800 h 1895895"/>
              <a:gd name="csX7" fmla="*/ 342900 w 2304904"/>
              <a:gd name="csY7" fmla="*/ 1295400 h 1895895"/>
              <a:gd name="csX8" fmla="*/ 622300 w 2304904"/>
              <a:gd name="csY8" fmla="*/ 1282700 h 1895895"/>
              <a:gd name="csX9" fmla="*/ 711200 w 2304904"/>
              <a:gd name="csY9" fmla="*/ 1257300 h 1895895"/>
              <a:gd name="csX10" fmla="*/ 825500 w 2304904"/>
              <a:gd name="csY10" fmla="*/ 1219200 h 1895895"/>
              <a:gd name="csX11" fmla="*/ 1003300 w 2304904"/>
              <a:gd name="csY11" fmla="*/ 1066800 h 1895895"/>
              <a:gd name="csX12" fmla="*/ 958850 w 2304904"/>
              <a:gd name="csY12" fmla="*/ 603250 h 1895895"/>
              <a:gd name="csX13" fmla="*/ 946150 w 2304904"/>
              <a:gd name="csY13" fmla="*/ 514350 h 1895895"/>
              <a:gd name="csX14" fmla="*/ 901700 w 2304904"/>
              <a:gd name="csY14" fmla="*/ 463550 h 1895895"/>
              <a:gd name="csX15" fmla="*/ 838200 w 2304904"/>
              <a:gd name="csY15" fmla="*/ 412750 h 1895895"/>
              <a:gd name="csX16" fmla="*/ 825500 w 2304904"/>
              <a:gd name="csY16" fmla="*/ 444500 h 1895895"/>
              <a:gd name="csX17" fmla="*/ 781050 w 2304904"/>
              <a:gd name="csY17" fmla="*/ 457200 h 1895895"/>
              <a:gd name="csX18" fmla="*/ 622300 w 2304904"/>
              <a:gd name="csY18" fmla="*/ 609600 h 1895895"/>
              <a:gd name="csX19" fmla="*/ 711200 w 2304904"/>
              <a:gd name="csY19" fmla="*/ 749300 h 1895895"/>
              <a:gd name="csX20" fmla="*/ 800100 w 2304904"/>
              <a:gd name="csY20" fmla="*/ 850900 h 1895895"/>
              <a:gd name="csX21" fmla="*/ 838200 w 2304904"/>
              <a:gd name="csY21" fmla="*/ 863600 h 1895895"/>
              <a:gd name="csX22" fmla="*/ 914400 w 2304904"/>
              <a:gd name="csY22" fmla="*/ 876300 h 1895895"/>
              <a:gd name="csX23" fmla="*/ 1168400 w 2304904"/>
              <a:gd name="csY23" fmla="*/ 952500 h 1895895"/>
              <a:gd name="csX24" fmla="*/ 1289050 w 2304904"/>
              <a:gd name="csY24" fmla="*/ 1060450 h 1895895"/>
              <a:gd name="csX25" fmla="*/ 1485900 w 2304904"/>
              <a:gd name="csY25" fmla="*/ 1257300 h 1895895"/>
              <a:gd name="csX26" fmla="*/ 1524000 w 2304904"/>
              <a:gd name="csY26" fmla="*/ 1371600 h 1895895"/>
              <a:gd name="csX27" fmla="*/ 1555750 w 2304904"/>
              <a:gd name="csY27" fmla="*/ 1498600 h 1895895"/>
              <a:gd name="csX28" fmla="*/ 1555750 w 2304904"/>
              <a:gd name="csY28" fmla="*/ 1606550 h 1895895"/>
              <a:gd name="csX29" fmla="*/ 1504950 w 2304904"/>
              <a:gd name="csY29" fmla="*/ 1727200 h 1895895"/>
              <a:gd name="csX30" fmla="*/ 1397000 w 2304904"/>
              <a:gd name="csY30" fmla="*/ 1860550 h 1895895"/>
              <a:gd name="csX31" fmla="*/ 1181100 w 2304904"/>
              <a:gd name="csY31" fmla="*/ 1765300 h 1895895"/>
              <a:gd name="csX32" fmla="*/ 1351396 w 2304904"/>
              <a:gd name="csY32" fmla="*/ 573201 h 1895895"/>
              <a:gd name="csX33" fmla="*/ 1370446 w 2304904"/>
              <a:gd name="csY33" fmla="*/ 192200 h 1895895"/>
              <a:gd name="csX34" fmla="*/ 1257300 w 2304904"/>
              <a:gd name="csY34" fmla="*/ 0 h 1895895"/>
              <a:gd name="csX35" fmla="*/ 1084696 w 2304904"/>
              <a:gd name="csY35" fmla="*/ 141400 h 1895895"/>
              <a:gd name="csX36" fmla="*/ 1181100 w 2304904"/>
              <a:gd name="csY36" fmla="*/ 387350 h 1895895"/>
              <a:gd name="csX37" fmla="*/ 1219200 w 2304904"/>
              <a:gd name="csY37" fmla="*/ 393700 h 1895895"/>
              <a:gd name="csX38" fmla="*/ 1219200 w 2304904"/>
              <a:gd name="csY38" fmla="*/ 400050 h 1895895"/>
              <a:gd name="csX39" fmla="*/ 1219200 w 2304904"/>
              <a:gd name="csY39" fmla="*/ 374650 h 1895895"/>
              <a:gd name="csX40" fmla="*/ 1314450 w 2304904"/>
              <a:gd name="csY40" fmla="*/ 514350 h 1895895"/>
              <a:gd name="csX41" fmla="*/ 1720850 w 2304904"/>
              <a:gd name="csY41" fmla="*/ 742950 h 1895895"/>
              <a:gd name="csX42" fmla="*/ 1860550 w 2304904"/>
              <a:gd name="csY42" fmla="*/ 825500 h 1895895"/>
              <a:gd name="csX43" fmla="*/ 1917700 w 2304904"/>
              <a:gd name="csY43" fmla="*/ 774700 h 1895895"/>
              <a:gd name="csX44" fmla="*/ 1943100 w 2304904"/>
              <a:gd name="csY44" fmla="*/ 711200 h 1895895"/>
              <a:gd name="csX45" fmla="*/ 1930400 w 2304904"/>
              <a:gd name="csY45" fmla="*/ 520700 h 1895895"/>
              <a:gd name="csX46" fmla="*/ 1892300 w 2304904"/>
              <a:gd name="csY46" fmla="*/ 469900 h 1895895"/>
              <a:gd name="csX47" fmla="*/ 1841500 w 2304904"/>
              <a:gd name="csY47" fmla="*/ 457200 h 1895895"/>
              <a:gd name="csX48" fmla="*/ 1739900 w 2304904"/>
              <a:gd name="csY48" fmla="*/ 482600 h 1895895"/>
              <a:gd name="csX49" fmla="*/ 1714500 w 2304904"/>
              <a:gd name="csY49" fmla="*/ 520700 h 1895895"/>
              <a:gd name="csX50" fmla="*/ 1720850 w 2304904"/>
              <a:gd name="csY50" fmla="*/ 577850 h 1895895"/>
              <a:gd name="csX51" fmla="*/ 1860550 w 2304904"/>
              <a:gd name="csY51" fmla="*/ 723900 h 1895895"/>
              <a:gd name="csX52" fmla="*/ 1911350 w 2304904"/>
              <a:gd name="csY52" fmla="*/ 825500 h 1895895"/>
              <a:gd name="csX53" fmla="*/ 2222500 w 2304904"/>
              <a:gd name="csY53" fmla="*/ 952500 h 1895895"/>
              <a:gd name="csX54" fmla="*/ 2292350 w 2304904"/>
              <a:gd name="csY54" fmla="*/ 1155700 h 1895895"/>
              <a:gd name="csX55" fmla="*/ 2266950 w 2304904"/>
              <a:gd name="csY55" fmla="*/ 1200150 h 1895895"/>
              <a:gd name="csX56" fmla="*/ 2247900 w 2304904"/>
              <a:gd name="csY56" fmla="*/ 1346200 h 1895895"/>
              <a:gd name="csX57" fmla="*/ 2279650 w 2304904"/>
              <a:gd name="csY57" fmla="*/ 1606550 h 1895895"/>
              <a:gd name="csX58" fmla="*/ 2260600 w 2304904"/>
              <a:gd name="csY58" fmla="*/ 1752600 h 1895895"/>
              <a:gd name="csX0" fmla="*/ 0 w 2304904"/>
              <a:gd name="csY0" fmla="*/ 977900 h 1895895"/>
              <a:gd name="csX1" fmla="*/ 107950 w 2304904"/>
              <a:gd name="csY1" fmla="*/ 984250 h 1895895"/>
              <a:gd name="csX2" fmla="*/ 50800 w 2304904"/>
              <a:gd name="csY2" fmla="*/ 1066800 h 1895895"/>
              <a:gd name="csX3" fmla="*/ 88900 w 2304904"/>
              <a:gd name="csY3" fmla="*/ 1079500 h 1895895"/>
              <a:gd name="csX4" fmla="*/ 139700 w 2304904"/>
              <a:gd name="csY4" fmla="*/ 1104900 h 1895895"/>
              <a:gd name="csX5" fmla="*/ 177800 w 2304904"/>
              <a:gd name="csY5" fmla="*/ 1155700 h 1895895"/>
              <a:gd name="csX6" fmla="*/ 215900 w 2304904"/>
              <a:gd name="csY6" fmla="*/ 1193800 h 1895895"/>
              <a:gd name="csX7" fmla="*/ 342900 w 2304904"/>
              <a:gd name="csY7" fmla="*/ 1295400 h 1895895"/>
              <a:gd name="csX8" fmla="*/ 622300 w 2304904"/>
              <a:gd name="csY8" fmla="*/ 1282700 h 1895895"/>
              <a:gd name="csX9" fmla="*/ 711200 w 2304904"/>
              <a:gd name="csY9" fmla="*/ 1257300 h 1895895"/>
              <a:gd name="csX10" fmla="*/ 825500 w 2304904"/>
              <a:gd name="csY10" fmla="*/ 1219200 h 1895895"/>
              <a:gd name="csX11" fmla="*/ 1003300 w 2304904"/>
              <a:gd name="csY11" fmla="*/ 1066800 h 1895895"/>
              <a:gd name="csX12" fmla="*/ 958850 w 2304904"/>
              <a:gd name="csY12" fmla="*/ 603250 h 1895895"/>
              <a:gd name="csX13" fmla="*/ 946150 w 2304904"/>
              <a:gd name="csY13" fmla="*/ 514350 h 1895895"/>
              <a:gd name="csX14" fmla="*/ 901700 w 2304904"/>
              <a:gd name="csY14" fmla="*/ 463550 h 1895895"/>
              <a:gd name="csX15" fmla="*/ 838200 w 2304904"/>
              <a:gd name="csY15" fmla="*/ 412750 h 1895895"/>
              <a:gd name="csX16" fmla="*/ 825500 w 2304904"/>
              <a:gd name="csY16" fmla="*/ 444500 h 1895895"/>
              <a:gd name="csX17" fmla="*/ 781050 w 2304904"/>
              <a:gd name="csY17" fmla="*/ 457200 h 1895895"/>
              <a:gd name="csX18" fmla="*/ 622300 w 2304904"/>
              <a:gd name="csY18" fmla="*/ 609600 h 1895895"/>
              <a:gd name="csX19" fmla="*/ 711200 w 2304904"/>
              <a:gd name="csY19" fmla="*/ 749300 h 1895895"/>
              <a:gd name="csX20" fmla="*/ 800100 w 2304904"/>
              <a:gd name="csY20" fmla="*/ 850900 h 1895895"/>
              <a:gd name="csX21" fmla="*/ 838200 w 2304904"/>
              <a:gd name="csY21" fmla="*/ 863600 h 1895895"/>
              <a:gd name="csX22" fmla="*/ 914400 w 2304904"/>
              <a:gd name="csY22" fmla="*/ 876300 h 1895895"/>
              <a:gd name="csX23" fmla="*/ 1168400 w 2304904"/>
              <a:gd name="csY23" fmla="*/ 952500 h 1895895"/>
              <a:gd name="csX24" fmla="*/ 1289050 w 2304904"/>
              <a:gd name="csY24" fmla="*/ 1060450 h 1895895"/>
              <a:gd name="csX25" fmla="*/ 1485900 w 2304904"/>
              <a:gd name="csY25" fmla="*/ 1257300 h 1895895"/>
              <a:gd name="csX26" fmla="*/ 1524000 w 2304904"/>
              <a:gd name="csY26" fmla="*/ 1371600 h 1895895"/>
              <a:gd name="csX27" fmla="*/ 1555750 w 2304904"/>
              <a:gd name="csY27" fmla="*/ 1498600 h 1895895"/>
              <a:gd name="csX28" fmla="*/ 1555750 w 2304904"/>
              <a:gd name="csY28" fmla="*/ 1606550 h 1895895"/>
              <a:gd name="csX29" fmla="*/ 1504950 w 2304904"/>
              <a:gd name="csY29" fmla="*/ 1727200 h 1895895"/>
              <a:gd name="csX30" fmla="*/ 1397000 w 2304904"/>
              <a:gd name="csY30" fmla="*/ 1860550 h 1895895"/>
              <a:gd name="csX31" fmla="*/ 1181100 w 2304904"/>
              <a:gd name="csY31" fmla="*/ 1765300 h 1895895"/>
              <a:gd name="csX32" fmla="*/ 1351396 w 2304904"/>
              <a:gd name="csY32" fmla="*/ 573201 h 1895895"/>
              <a:gd name="csX33" fmla="*/ 1370446 w 2304904"/>
              <a:gd name="csY33" fmla="*/ 192200 h 1895895"/>
              <a:gd name="csX34" fmla="*/ 1257300 w 2304904"/>
              <a:gd name="csY34" fmla="*/ 0 h 1895895"/>
              <a:gd name="csX35" fmla="*/ 1084696 w 2304904"/>
              <a:gd name="csY35" fmla="*/ 141400 h 1895895"/>
              <a:gd name="csX36" fmla="*/ 1181100 w 2304904"/>
              <a:gd name="csY36" fmla="*/ 387350 h 1895895"/>
              <a:gd name="csX37" fmla="*/ 1219200 w 2304904"/>
              <a:gd name="csY37" fmla="*/ 393700 h 1895895"/>
              <a:gd name="csX38" fmla="*/ 1219200 w 2304904"/>
              <a:gd name="csY38" fmla="*/ 400050 h 1895895"/>
              <a:gd name="csX39" fmla="*/ 1219200 w 2304904"/>
              <a:gd name="csY39" fmla="*/ 374650 h 1895895"/>
              <a:gd name="csX40" fmla="*/ 1314450 w 2304904"/>
              <a:gd name="csY40" fmla="*/ 514350 h 1895895"/>
              <a:gd name="csX41" fmla="*/ 1720850 w 2304904"/>
              <a:gd name="csY41" fmla="*/ 742950 h 1895895"/>
              <a:gd name="csX42" fmla="*/ 1860550 w 2304904"/>
              <a:gd name="csY42" fmla="*/ 825500 h 1895895"/>
              <a:gd name="csX43" fmla="*/ 1917700 w 2304904"/>
              <a:gd name="csY43" fmla="*/ 774700 h 1895895"/>
              <a:gd name="csX44" fmla="*/ 1943100 w 2304904"/>
              <a:gd name="csY44" fmla="*/ 711200 h 1895895"/>
              <a:gd name="csX45" fmla="*/ 1930400 w 2304904"/>
              <a:gd name="csY45" fmla="*/ 520700 h 1895895"/>
              <a:gd name="csX46" fmla="*/ 1892300 w 2304904"/>
              <a:gd name="csY46" fmla="*/ 469900 h 1895895"/>
              <a:gd name="csX47" fmla="*/ 1841500 w 2304904"/>
              <a:gd name="csY47" fmla="*/ 457200 h 1895895"/>
              <a:gd name="csX48" fmla="*/ 1739900 w 2304904"/>
              <a:gd name="csY48" fmla="*/ 482600 h 1895895"/>
              <a:gd name="csX49" fmla="*/ 1714500 w 2304904"/>
              <a:gd name="csY49" fmla="*/ 520700 h 1895895"/>
              <a:gd name="csX50" fmla="*/ 1720850 w 2304904"/>
              <a:gd name="csY50" fmla="*/ 577850 h 1895895"/>
              <a:gd name="csX51" fmla="*/ 1860550 w 2304904"/>
              <a:gd name="csY51" fmla="*/ 723900 h 1895895"/>
              <a:gd name="csX52" fmla="*/ 1911350 w 2304904"/>
              <a:gd name="csY52" fmla="*/ 825500 h 1895895"/>
              <a:gd name="csX53" fmla="*/ 2222500 w 2304904"/>
              <a:gd name="csY53" fmla="*/ 952500 h 1895895"/>
              <a:gd name="csX54" fmla="*/ 2292350 w 2304904"/>
              <a:gd name="csY54" fmla="*/ 1155700 h 1895895"/>
              <a:gd name="csX55" fmla="*/ 2266950 w 2304904"/>
              <a:gd name="csY55" fmla="*/ 1200150 h 1895895"/>
              <a:gd name="csX56" fmla="*/ 2247900 w 2304904"/>
              <a:gd name="csY56" fmla="*/ 1346200 h 1895895"/>
              <a:gd name="csX57" fmla="*/ 2279650 w 2304904"/>
              <a:gd name="csY57" fmla="*/ 1606550 h 1895895"/>
              <a:gd name="csX58" fmla="*/ 2203450 w 2304904"/>
              <a:gd name="csY58" fmla="*/ 1739900 h 1895895"/>
              <a:gd name="csX0" fmla="*/ 0 w 2324347"/>
              <a:gd name="csY0" fmla="*/ 977900 h 1895895"/>
              <a:gd name="csX1" fmla="*/ 107950 w 2324347"/>
              <a:gd name="csY1" fmla="*/ 984250 h 1895895"/>
              <a:gd name="csX2" fmla="*/ 50800 w 2324347"/>
              <a:gd name="csY2" fmla="*/ 1066800 h 1895895"/>
              <a:gd name="csX3" fmla="*/ 88900 w 2324347"/>
              <a:gd name="csY3" fmla="*/ 1079500 h 1895895"/>
              <a:gd name="csX4" fmla="*/ 139700 w 2324347"/>
              <a:gd name="csY4" fmla="*/ 1104900 h 1895895"/>
              <a:gd name="csX5" fmla="*/ 177800 w 2324347"/>
              <a:gd name="csY5" fmla="*/ 1155700 h 1895895"/>
              <a:gd name="csX6" fmla="*/ 215900 w 2324347"/>
              <a:gd name="csY6" fmla="*/ 1193800 h 1895895"/>
              <a:gd name="csX7" fmla="*/ 342900 w 2324347"/>
              <a:gd name="csY7" fmla="*/ 1295400 h 1895895"/>
              <a:gd name="csX8" fmla="*/ 622300 w 2324347"/>
              <a:gd name="csY8" fmla="*/ 1282700 h 1895895"/>
              <a:gd name="csX9" fmla="*/ 711200 w 2324347"/>
              <a:gd name="csY9" fmla="*/ 1257300 h 1895895"/>
              <a:gd name="csX10" fmla="*/ 825500 w 2324347"/>
              <a:gd name="csY10" fmla="*/ 1219200 h 1895895"/>
              <a:gd name="csX11" fmla="*/ 1003300 w 2324347"/>
              <a:gd name="csY11" fmla="*/ 1066800 h 1895895"/>
              <a:gd name="csX12" fmla="*/ 958850 w 2324347"/>
              <a:gd name="csY12" fmla="*/ 603250 h 1895895"/>
              <a:gd name="csX13" fmla="*/ 946150 w 2324347"/>
              <a:gd name="csY13" fmla="*/ 514350 h 1895895"/>
              <a:gd name="csX14" fmla="*/ 901700 w 2324347"/>
              <a:gd name="csY14" fmla="*/ 463550 h 1895895"/>
              <a:gd name="csX15" fmla="*/ 838200 w 2324347"/>
              <a:gd name="csY15" fmla="*/ 412750 h 1895895"/>
              <a:gd name="csX16" fmla="*/ 825500 w 2324347"/>
              <a:gd name="csY16" fmla="*/ 444500 h 1895895"/>
              <a:gd name="csX17" fmla="*/ 781050 w 2324347"/>
              <a:gd name="csY17" fmla="*/ 457200 h 1895895"/>
              <a:gd name="csX18" fmla="*/ 622300 w 2324347"/>
              <a:gd name="csY18" fmla="*/ 609600 h 1895895"/>
              <a:gd name="csX19" fmla="*/ 711200 w 2324347"/>
              <a:gd name="csY19" fmla="*/ 749300 h 1895895"/>
              <a:gd name="csX20" fmla="*/ 800100 w 2324347"/>
              <a:gd name="csY20" fmla="*/ 850900 h 1895895"/>
              <a:gd name="csX21" fmla="*/ 838200 w 2324347"/>
              <a:gd name="csY21" fmla="*/ 863600 h 1895895"/>
              <a:gd name="csX22" fmla="*/ 914400 w 2324347"/>
              <a:gd name="csY22" fmla="*/ 876300 h 1895895"/>
              <a:gd name="csX23" fmla="*/ 1168400 w 2324347"/>
              <a:gd name="csY23" fmla="*/ 952500 h 1895895"/>
              <a:gd name="csX24" fmla="*/ 1289050 w 2324347"/>
              <a:gd name="csY24" fmla="*/ 1060450 h 1895895"/>
              <a:gd name="csX25" fmla="*/ 1485900 w 2324347"/>
              <a:gd name="csY25" fmla="*/ 1257300 h 1895895"/>
              <a:gd name="csX26" fmla="*/ 1524000 w 2324347"/>
              <a:gd name="csY26" fmla="*/ 1371600 h 1895895"/>
              <a:gd name="csX27" fmla="*/ 1555750 w 2324347"/>
              <a:gd name="csY27" fmla="*/ 1498600 h 1895895"/>
              <a:gd name="csX28" fmla="*/ 1555750 w 2324347"/>
              <a:gd name="csY28" fmla="*/ 1606550 h 1895895"/>
              <a:gd name="csX29" fmla="*/ 1504950 w 2324347"/>
              <a:gd name="csY29" fmla="*/ 1727200 h 1895895"/>
              <a:gd name="csX30" fmla="*/ 1397000 w 2324347"/>
              <a:gd name="csY30" fmla="*/ 1860550 h 1895895"/>
              <a:gd name="csX31" fmla="*/ 1181100 w 2324347"/>
              <a:gd name="csY31" fmla="*/ 1765300 h 1895895"/>
              <a:gd name="csX32" fmla="*/ 1351396 w 2324347"/>
              <a:gd name="csY32" fmla="*/ 573201 h 1895895"/>
              <a:gd name="csX33" fmla="*/ 1370446 w 2324347"/>
              <a:gd name="csY33" fmla="*/ 192200 h 1895895"/>
              <a:gd name="csX34" fmla="*/ 1257300 w 2324347"/>
              <a:gd name="csY34" fmla="*/ 0 h 1895895"/>
              <a:gd name="csX35" fmla="*/ 1084696 w 2324347"/>
              <a:gd name="csY35" fmla="*/ 141400 h 1895895"/>
              <a:gd name="csX36" fmla="*/ 1181100 w 2324347"/>
              <a:gd name="csY36" fmla="*/ 387350 h 1895895"/>
              <a:gd name="csX37" fmla="*/ 1219200 w 2324347"/>
              <a:gd name="csY37" fmla="*/ 393700 h 1895895"/>
              <a:gd name="csX38" fmla="*/ 1219200 w 2324347"/>
              <a:gd name="csY38" fmla="*/ 400050 h 1895895"/>
              <a:gd name="csX39" fmla="*/ 1219200 w 2324347"/>
              <a:gd name="csY39" fmla="*/ 374650 h 1895895"/>
              <a:gd name="csX40" fmla="*/ 1314450 w 2324347"/>
              <a:gd name="csY40" fmla="*/ 514350 h 1895895"/>
              <a:gd name="csX41" fmla="*/ 1720850 w 2324347"/>
              <a:gd name="csY41" fmla="*/ 742950 h 1895895"/>
              <a:gd name="csX42" fmla="*/ 1860550 w 2324347"/>
              <a:gd name="csY42" fmla="*/ 825500 h 1895895"/>
              <a:gd name="csX43" fmla="*/ 1917700 w 2324347"/>
              <a:gd name="csY43" fmla="*/ 774700 h 1895895"/>
              <a:gd name="csX44" fmla="*/ 1943100 w 2324347"/>
              <a:gd name="csY44" fmla="*/ 711200 h 1895895"/>
              <a:gd name="csX45" fmla="*/ 1930400 w 2324347"/>
              <a:gd name="csY45" fmla="*/ 520700 h 1895895"/>
              <a:gd name="csX46" fmla="*/ 1892300 w 2324347"/>
              <a:gd name="csY46" fmla="*/ 469900 h 1895895"/>
              <a:gd name="csX47" fmla="*/ 1841500 w 2324347"/>
              <a:gd name="csY47" fmla="*/ 457200 h 1895895"/>
              <a:gd name="csX48" fmla="*/ 1739900 w 2324347"/>
              <a:gd name="csY48" fmla="*/ 482600 h 1895895"/>
              <a:gd name="csX49" fmla="*/ 1714500 w 2324347"/>
              <a:gd name="csY49" fmla="*/ 520700 h 1895895"/>
              <a:gd name="csX50" fmla="*/ 1720850 w 2324347"/>
              <a:gd name="csY50" fmla="*/ 577850 h 1895895"/>
              <a:gd name="csX51" fmla="*/ 1860550 w 2324347"/>
              <a:gd name="csY51" fmla="*/ 723900 h 1895895"/>
              <a:gd name="csX52" fmla="*/ 1911350 w 2324347"/>
              <a:gd name="csY52" fmla="*/ 825500 h 1895895"/>
              <a:gd name="csX53" fmla="*/ 2222500 w 2324347"/>
              <a:gd name="csY53" fmla="*/ 952500 h 1895895"/>
              <a:gd name="csX54" fmla="*/ 2292350 w 2324347"/>
              <a:gd name="csY54" fmla="*/ 1155700 h 1895895"/>
              <a:gd name="csX55" fmla="*/ 2266950 w 2324347"/>
              <a:gd name="csY55" fmla="*/ 1200150 h 1895895"/>
              <a:gd name="csX56" fmla="*/ 2247900 w 2324347"/>
              <a:gd name="csY56" fmla="*/ 1346200 h 1895895"/>
              <a:gd name="csX57" fmla="*/ 2324100 w 2324347"/>
              <a:gd name="csY57" fmla="*/ 1562100 h 1895895"/>
              <a:gd name="csX58" fmla="*/ 2203450 w 2324347"/>
              <a:gd name="csY58" fmla="*/ 1739900 h 1895895"/>
              <a:gd name="csX0" fmla="*/ 0 w 2444880"/>
              <a:gd name="csY0" fmla="*/ 977900 h 1895895"/>
              <a:gd name="csX1" fmla="*/ 107950 w 2444880"/>
              <a:gd name="csY1" fmla="*/ 984250 h 1895895"/>
              <a:gd name="csX2" fmla="*/ 50800 w 2444880"/>
              <a:gd name="csY2" fmla="*/ 1066800 h 1895895"/>
              <a:gd name="csX3" fmla="*/ 88900 w 2444880"/>
              <a:gd name="csY3" fmla="*/ 1079500 h 1895895"/>
              <a:gd name="csX4" fmla="*/ 139700 w 2444880"/>
              <a:gd name="csY4" fmla="*/ 1104900 h 1895895"/>
              <a:gd name="csX5" fmla="*/ 177800 w 2444880"/>
              <a:gd name="csY5" fmla="*/ 1155700 h 1895895"/>
              <a:gd name="csX6" fmla="*/ 215900 w 2444880"/>
              <a:gd name="csY6" fmla="*/ 1193800 h 1895895"/>
              <a:gd name="csX7" fmla="*/ 342900 w 2444880"/>
              <a:gd name="csY7" fmla="*/ 1295400 h 1895895"/>
              <a:gd name="csX8" fmla="*/ 622300 w 2444880"/>
              <a:gd name="csY8" fmla="*/ 1282700 h 1895895"/>
              <a:gd name="csX9" fmla="*/ 711200 w 2444880"/>
              <a:gd name="csY9" fmla="*/ 1257300 h 1895895"/>
              <a:gd name="csX10" fmla="*/ 825500 w 2444880"/>
              <a:gd name="csY10" fmla="*/ 1219200 h 1895895"/>
              <a:gd name="csX11" fmla="*/ 1003300 w 2444880"/>
              <a:gd name="csY11" fmla="*/ 1066800 h 1895895"/>
              <a:gd name="csX12" fmla="*/ 958850 w 2444880"/>
              <a:gd name="csY12" fmla="*/ 603250 h 1895895"/>
              <a:gd name="csX13" fmla="*/ 946150 w 2444880"/>
              <a:gd name="csY13" fmla="*/ 514350 h 1895895"/>
              <a:gd name="csX14" fmla="*/ 901700 w 2444880"/>
              <a:gd name="csY14" fmla="*/ 463550 h 1895895"/>
              <a:gd name="csX15" fmla="*/ 838200 w 2444880"/>
              <a:gd name="csY15" fmla="*/ 412750 h 1895895"/>
              <a:gd name="csX16" fmla="*/ 825500 w 2444880"/>
              <a:gd name="csY16" fmla="*/ 444500 h 1895895"/>
              <a:gd name="csX17" fmla="*/ 781050 w 2444880"/>
              <a:gd name="csY17" fmla="*/ 457200 h 1895895"/>
              <a:gd name="csX18" fmla="*/ 622300 w 2444880"/>
              <a:gd name="csY18" fmla="*/ 609600 h 1895895"/>
              <a:gd name="csX19" fmla="*/ 711200 w 2444880"/>
              <a:gd name="csY19" fmla="*/ 749300 h 1895895"/>
              <a:gd name="csX20" fmla="*/ 800100 w 2444880"/>
              <a:gd name="csY20" fmla="*/ 850900 h 1895895"/>
              <a:gd name="csX21" fmla="*/ 838200 w 2444880"/>
              <a:gd name="csY21" fmla="*/ 863600 h 1895895"/>
              <a:gd name="csX22" fmla="*/ 914400 w 2444880"/>
              <a:gd name="csY22" fmla="*/ 876300 h 1895895"/>
              <a:gd name="csX23" fmla="*/ 1168400 w 2444880"/>
              <a:gd name="csY23" fmla="*/ 952500 h 1895895"/>
              <a:gd name="csX24" fmla="*/ 1289050 w 2444880"/>
              <a:gd name="csY24" fmla="*/ 1060450 h 1895895"/>
              <a:gd name="csX25" fmla="*/ 1485900 w 2444880"/>
              <a:gd name="csY25" fmla="*/ 1257300 h 1895895"/>
              <a:gd name="csX26" fmla="*/ 1524000 w 2444880"/>
              <a:gd name="csY26" fmla="*/ 1371600 h 1895895"/>
              <a:gd name="csX27" fmla="*/ 1555750 w 2444880"/>
              <a:gd name="csY27" fmla="*/ 1498600 h 1895895"/>
              <a:gd name="csX28" fmla="*/ 1555750 w 2444880"/>
              <a:gd name="csY28" fmla="*/ 1606550 h 1895895"/>
              <a:gd name="csX29" fmla="*/ 1504950 w 2444880"/>
              <a:gd name="csY29" fmla="*/ 1727200 h 1895895"/>
              <a:gd name="csX30" fmla="*/ 1397000 w 2444880"/>
              <a:gd name="csY30" fmla="*/ 1860550 h 1895895"/>
              <a:gd name="csX31" fmla="*/ 1181100 w 2444880"/>
              <a:gd name="csY31" fmla="*/ 1765300 h 1895895"/>
              <a:gd name="csX32" fmla="*/ 1351396 w 2444880"/>
              <a:gd name="csY32" fmla="*/ 573201 h 1895895"/>
              <a:gd name="csX33" fmla="*/ 1370446 w 2444880"/>
              <a:gd name="csY33" fmla="*/ 192200 h 1895895"/>
              <a:gd name="csX34" fmla="*/ 1257300 w 2444880"/>
              <a:gd name="csY34" fmla="*/ 0 h 1895895"/>
              <a:gd name="csX35" fmla="*/ 1084696 w 2444880"/>
              <a:gd name="csY35" fmla="*/ 141400 h 1895895"/>
              <a:gd name="csX36" fmla="*/ 1181100 w 2444880"/>
              <a:gd name="csY36" fmla="*/ 387350 h 1895895"/>
              <a:gd name="csX37" fmla="*/ 1219200 w 2444880"/>
              <a:gd name="csY37" fmla="*/ 393700 h 1895895"/>
              <a:gd name="csX38" fmla="*/ 1219200 w 2444880"/>
              <a:gd name="csY38" fmla="*/ 400050 h 1895895"/>
              <a:gd name="csX39" fmla="*/ 1219200 w 2444880"/>
              <a:gd name="csY39" fmla="*/ 374650 h 1895895"/>
              <a:gd name="csX40" fmla="*/ 1314450 w 2444880"/>
              <a:gd name="csY40" fmla="*/ 514350 h 1895895"/>
              <a:gd name="csX41" fmla="*/ 1720850 w 2444880"/>
              <a:gd name="csY41" fmla="*/ 742950 h 1895895"/>
              <a:gd name="csX42" fmla="*/ 1860550 w 2444880"/>
              <a:gd name="csY42" fmla="*/ 825500 h 1895895"/>
              <a:gd name="csX43" fmla="*/ 1917700 w 2444880"/>
              <a:gd name="csY43" fmla="*/ 774700 h 1895895"/>
              <a:gd name="csX44" fmla="*/ 1943100 w 2444880"/>
              <a:gd name="csY44" fmla="*/ 711200 h 1895895"/>
              <a:gd name="csX45" fmla="*/ 1930400 w 2444880"/>
              <a:gd name="csY45" fmla="*/ 520700 h 1895895"/>
              <a:gd name="csX46" fmla="*/ 1892300 w 2444880"/>
              <a:gd name="csY46" fmla="*/ 469900 h 1895895"/>
              <a:gd name="csX47" fmla="*/ 1841500 w 2444880"/>
              <a:gd name="csY47" fmla="*/ 457200 h 1895895"/>
              <a:gd name="csX48" fmla="*/ 1739900 w 2444880"/>
              <a:gd name="csY48" fmla="*/ 482600 h 1895895"/>
              <a:gd name="csX49" fmla="*/ 1714500 w 2444880"/>
              <a:gd name="csY49" fmla="*/ 520700 h 1895895"/>
              <a:gd name="csX50" fmla="*/ 1720850 w 2444880"/>
              <a:gd name="csY50" fmla="*/ 577850 h 1895895"/>
              <a:gd name="csX51" fmla="*/ 1860550 w 2444880"/>
              <a:gd name="csY51" fmla="*/ 723900 h 1895895"/>
              <a:gd name="csX52" fmla="*/ 1911350 w 2444880"/>
              <a:gd name="csY52" fmla="*/ 825500 h 1895895"/>
              <a:gd name="csX53" fmla="*/ 2222500 w 2444880"/>
              <a:gd name="csY53" fmla="*/ 952500 h 1895895"/>
              <a:gd name="csX54" fmla="*/ 2292350 w 2444880"/>
              <a:gd name="csY54" fmla="*/ 1155700 h 1895895"/>
              <a:gd name="csX55" fmla="*/ 2266950 w 2444880"/>
              <a:gd name="csY55" fmla="*/ 1200150 h 1895895"/>
              <a:gd name="csX56" fmla="*/ 2247900 w 2444880"/>
              <a:gd name="csY56" fmla="*/ 1346200 h 1895895"/>
              <a:gd name="csX57" fmla="*/ 2444750 w 2444880"/>
              <a:gd name="csY57" fmla="*/ 1485900 h 1895895"/>
              <a:gd name="csX58" fmla="*/ 2203450 w 2444880"/>
              <a:gd name="csY58" fmla="*/ 1739900 h 1895895"/>
              <a:gd name="csX0" fmla="*/ 0 w 2552792"/>
              <a:gd name="csY0" fmla="*/ 977900 h 1895895"/>
              <a:gd name="csX1" fmla="*/ 107950 w 2552792"/>
              <a:gd name="csY1" fmla="*/ 984250 h 1895895"/>
              <a:gd name="csX2" fmla="*/ 50800 w 2552792"/>
              <a:gd name="csY2" fmla="*/ 1066800 h 1895895"/>
              <a:gd name="csX3" fmla="*/ 88900 w 2552792"/>
              <a:gd name="csY3" fmla="*/ 1079500 h 1895895"/>
              <a:gd name="csX4" fmla="*/ 139700 w 2552792"/>
              <a:gd name="csY4" fmla="*/ 1104900 h 1895895"/>
              <a:gd name="csX5" fmla="*/ 177800 w 2552792"/>
              <a:gd name="csY5" fmla="*/ 1155700 h 1895895"/>
              <a:gd name="csX6" fmla="*/ 215900 w 2552792"/>
              <a:gd name="csY6" fmla="*/ 1193800 h 1895895"/>
              <a:gd name="csX7" fmla="*/ 342900 w 2552792"/>
              <a:gd name="csY7" fmla="*/ 1295400 h 1895895"/>
              <a:gd name="csX8" fmla="*/ 622300 w 2552792"/>
              <a:gd name="csY8" fmla="*/ 1282700 h 1895895"/>
              <a:gd name="csX9" fmla="*/ 711200 w 2552792"/>
              <a:gd name="csY9" fmla="*/ 1257300 h 1895895"/>
              <a:gd name="csX10" fmla="*/ 825500 w 2552792"/>
              <a:gd name="csY10" fmla="*/ 1219200 h 1895895"/>
              <a:gd name="csX11" fmla="*/ 1003300 w 2552792"/>
              <a:gd name="csY11" fmla="*/ 1066800 h 1895895"/>
              <a:gd name="csX12" fmla="*/ 958850 w 2552792"/>
              <a:gd name="csY12" fmla="*/ 603250 h 1895895"/>
              <a:gd name="csX13" fmla="*/ 946150 w 2552792"/>
              <a:gd name="csY13" fmla="*/ 514350 h 1895895"/>
              <a:gd name="csX14" fmla="*/ 901700 w 2552792"/>
              <a:gd name="csY14" fmla="*/ 463550 h 1895895"/>
              <a:gd name="csX15" fmla="*/ 838200 w 2552792"/>
              <a:gd name="csY15" fmla="*/ 412750 h 1895895"/>
              <a:gd name="csX16" fmla="*/ 825500 w 2552792"/>
              <a:gd name="csY16" fmla="*/ 444500 h 1895895"/>
              <a:gd name="csX17" fmla="*/ 781050 w 2552792"/>
              <a:gd name="csY17" fmla="*/ 457200 h 1895895"/>
              <a:gd name="csX18" fmla="*/ 622300 w 2552792"/>
              <a:gd name="csY18" fmla="*/ 609600 h 1895895"/>
              <a:gd name="csX19" fmla="*/ 711200 w 2552792"/>
              <a:gd name="csY19" fmla="*/ 749300 h 1895895"/>
              <a:gd name="csX20" fmla="*/ 800100 w 2552792"/>
              <a:gd name="csY20" fmla="*/ 850900 h 1895895"/>
              <a:gd name="csX21" fmla="*/ 838200 w 2552792"/>
              <a:gd name="csY21" fmla="*/ 863600 h 1895895"/>
              <a:gd name="csX22" fmla="*/ 914400 w 2552792"/>
              <a:gd name="csY22" fmla="*/ 876300 h 1895895"/>
              <a:gd name="csX23" fmla="*/ 1168400 w 2552792"/>
              <a:gd name="csY23" fmla="*/ 952500 h 1895895"/>
              <a:gd name="csX24" fmla="*/ 1289050 w 2552792"/>
              <a:gd name="csY24" fmla="*/ 1060450 h 1895895"/>
              <a:gd name="csX25" fmla="*/ 1485900 w 2552792"/>
              <a:gd name="csY25" fmla="*/ 1257300 h 1895895"/>
              <a:gd name="csX26" fmla="*/ 1524000 w 2552792"/>
              <a:gd name="csY26" fmla="*/ 1371600 h 1895895"/>
              <a:gd name="csX27" fmla="*/ 1555750 w 2552792"/>
              <a:gd name="csY27" fmla="*/ 1498600 h 1895895"/>
              <a:gd name="csX28" fmla="*/ 1555750 w 2552792"/>
              <a:gd name="csY28" fmla="*/ 1606550 h 1895895"/>
              <a:gd name="csX29" fmla="*/ 1504950 w 2552792"/>
              <a:gd name="csY29" fmla="*/ 1727200 h 1895895"/>
              <a:gd name="csX30" fmla="*/ 1397000 w 2552792"/>
              <a:gd name="csY30" fmla="*/ 1860550 h 1895895"/>
              <a:gd name="csX31" fmla="*/ 1181100 w 2552792"/>
              <a:gd name="csY31" fmla="*/ 1765300 h 1895895"/>
              <a:gd name="csX32" fmla="*/ 1351396 w 2552792"/>
              <a:gd name="csY32" fmla="*/ 573201 h 1895895"/>
              <a:gd name="csX33" fmla="*/ 1370446 w 2552792"/>
              <a:gd name="csY33" fmla="*/ 192200 h 1895895"/>
              <a:gd name="csX34" fmla="*/ 1257300 w 2552792"/>
              <a:gd name="csY34" fmla="*/ 0 h 1895895"/>
              <a:gd name="csX35" fmla="*/ 1084696 w 2552792"/>
              <a:gd name="csY35" fmla="*/ 141400 h 1895895"/>
              <a:gd name="csX36" fmla="*/ 1181100 w 2552792"/>
              <a:gd name="csY36" fmla="*/ 387350 h 1895895"/>
              <a:gd name="csX37" fmla="*/ 1219200 w 2552792"/>
              <a:gd name="csY37" fmla="*/ 393700 h 1895895"/>
              <a:gd name="csX38" fmla="*/ 1219200 w 2552792"/>
              <a:gd name="csY38" fmla="*/ 400050 h 1895895"/>
              <a:gd name="csX39" fmla="*/ 1219200 w 2552792"/>
              <a:gd name="csY39" fmla="*/ 374650 h 1895895"/>
              <a:gd name="csX40" fmla="*/ 1314450 w 2552792"/>
              <a:gd name="csY40" fmla="*/ 514350 h 1895895"/>
              <a:gd name="csX41" fmla="*/ 1720850 w 2552792"/>
              <a:gd name="csY41" fmla="*/ 742950 h 1895895"/>
              <a:gd name="csX42" fmla="*/ 1860550 w 2552792"/>
              <a:gd name="csY42" fmla="*/ 825500 h 1895895"/>
              <a:gd name="csX43" fmla="*/ 1917700 w 2552792"/>
              <a:gd name="csY43" fmla="*/ 774700 h 1895895"/>
              <a:gd name="csX44" fmla="*/ 1943100 w 2552792"/>
              <a:gd name="csY44" fmla="*/ 711200 h 1895895"/>
              <a:gd name="csX45" fmla="*/ 1930400 w 2552792"/>
              <a:gd name="csY45" fmla="*/ 520700 h 1895895"/>
              <a:gd name="csX46" fmla="*/ 1892300 w 2552792"/>
              <a:gd name="csY46" fmla="*/ 469900 h 1895895"/>
              <a:gd name="csX47" fmla="*/ 1841500 w 2552792"/>
              <a:gd name="csY47" fmla="*/ 457200 h 1895895"/>
              <a:gd name="csX48" fmla="*/ 1739900 w 2552792"/>
              <a:gd name="csY48" fmla="*/ 482600 h 1895895"/>
              <a:gd name="csX49" fmla="*/ 1714500 w 2552792"/>
              <a:gd name="csY49" fmla="*/ 520700 h 1895895"/>
              <a:gd name="csX50" fmla="*/ 1720850 w 2552792"/>
              <a:gd name="csY50" fmla="*/ 577850 h 1895895"/>
              <a:gd name="csX51" fmla="*/ 1860550 w 2552792"/>
              <a:gd name="csY51" fmla="*/ 723900 h 1895895"/>
              <a:gd name="csX52" fmla="*/ 1911350 w 2552792"/>
              <a:gd name="csY52" fmla="*/ 825500 h 1895895"/>
              <a:gd name="csX53" fmla="*/ 2222500 w 2552792"/>
              <a:gd name="csY53" fmla="*/ 952500 h 1895895"/>
              <a:gd name="csX54" fmla="*/ 2292350 w 2552792"/>
              <a:gd name="csY54" fmla="*/ 1155700 h 1895895"/>
              <a:gd name="csX55" fmla="*/ 2266950 w 2552792"/>
              <a:gd name="csY55" fmla="*/ 1200150 h 1895895"/>
              <a:gd name="csX56" fmla="*/ 2247900 w 2552792"/>
              <a:gd name="csY56" fmla="*/ 1346200 h 1895895"/>
              <a:gd name="csX57" fmla="*/ 2552700 w 2552792"/>
              <a:gd name="csY57" fmla="*/ 1390650 h 1895895"/>
              <a:gd name="csX58" fmla="*/ 2203450 w 2552792"/>
              <a:gd name="csY58" fmla="*/ 1739900 h 1895895"/>
              <a:gd name="csX0" fmla="*/ 0 w 2794000"/>
              <a:gd name="csY0" fmla="*/ 977900 h 1895895"/>
              <a:gd name="csX1" fmla="*/ 107950 w 2794000"/>
              <a:gd name="csY1" fmla="*/ 984250 h 1895895"/>
              <a:gd name="csX2" fmla="*/ 50800 w 2794000"/>
              <a:gd name="csY2" fmla="*/ 1066800 h 1895895"/>
              <a:gd name="csX3" fmla="*/ 88900 w 2794000"/>
              <a:gd name="csY3" fmla="*/ 1079500 h 1895895"/>
              <a:gd name="csX4" fmla="*/ 139700 w 2794000"/>
              <a:gd name="csY4" fmla="*/ 1104900 h 1895895"/>
              <a:gd name="csX5" fmla="*/ 177800 w 2794000"/>
              <a:gd name="csY5" fmla="*/ 1155700 h 1895895"/>
              <a:gd name="csX6" fmla="*/ 215900 w 2794000"/>
              <a:gd name="csY6" fmla="*/ 1193800 h 1895895"/>
              <a:gd name="csX7" fmla="*/ 342900 w 2794000"/>
              <a:gd name="csY7" fmla="*/ 1295400 h 1895895"/>
              <a:gd name="csX8" fmla="*/ 622300 w 2794000"/>
              <a:gd name="csY8" fmla="*/ 1282700 h 1895895"/>
              <a:gd name="csX9" fmla="*/ 711200 w 2794000"/>
              <a:gd name="csY9" fmla="*/ 1257300 h 1895895"/>
              <a:gd name="csX10" fmla="*/ 825500 w 2794000"/>
              <a:gd name="csY10" fmla="*/ 1219200 h 1895895"/>
              <a:gd name="csX11" fmla="*/ 1003300 w 2794000"/>
              <a:gd name="csY11" fmla="*/ 1066800 h 1895895"/>
              <a:gd name="csX12" fmla="*/ 958850 w 2794000"/>
              <a:gd name="csY12" fmla="*/ 603250 h 1895895"/>
              <a:gd name="csX13" fmla="*/ 946150 w 2794000"/>
              <a:gd name="csY13" fmla="*/ 514350 h 1895895"/>
              <a:gd name="csX14" fmla="*/ 901700 w 2794000"/>
              <a:gd name="csY14" fmla="*/ 463550 h 1895895"/>
              <a:gd name="csX15" fmla="*/ 838200 w 2794000"/>
              <a:gd name="csY15" fmla="*/ 412750 h 1895895"/>
              <a:gd name="csX16" fmla="*/ 825500 w 2794000"/>
              <a:gd name="csY16" fmla="*/ 444500 h 1895895"/>
              <a:gd name="csX17" fmla="*/ 781050 w 2794000"/>
              <a:gd name="csY17" fmla="*/ 457200 h 1895895"/>
              <a:gd name="csX18" fmla="*/ 622300 w 2794000"/>
              <a:gd name="csY18" fmla="*/ 609600 h 1895895"/>
              <a:gd name="csX19" fmla="*/ 711200 w 2794000"/>
              <a:gd name="csY19" fmla="*/ 749300 h 1895895"/>
              <a:gd name="csX20" fmla="*/ 800100 w 2794000"/>
              <a:gd name="csY20" fmla="*/ 850900 h 1895895"/>
              <a:gd name="csX21" fmla="*/ 838200 w 2794000"/>
              <a:gd name="csY21" fmla="*/ 863600 h 1895895"/>
              <a:gd name="csX22" fmla="*/ 914400 w 2794000"/>
              <a:gd name="csY22" fmla="*/ 876300 h 1895895"/>
              <a:gd name="csX23" fmla="*/ 1168400 w 2794000"/>
              <a:gd name="csY23" fmla="*/ 952500 h 1895895"/>
              <a:gd name="csX24" fmla="*/ 1289050 w 2794000"/>
              <a:gd name="csY24" fmla="*/ 1060450 h 1895895"/>
              <a:gd name="csX25" fmla="*/ 1485900 w 2794000"/>
              <a:gd name="csY25" fmla="*/ 1257300 h 1895895"/>
              <a:gd name="csX26" fmla="*/ 1524000 w 2794000"/>
              <a:gd name="csY26" fmla="*/ 1371600 h 1895895"/>
              <a:gd name="csX27" fmla="*/ 1555750 w 2794000"/>
              <a:gd name="csY27" fmla="*/ 1498600 h 1895895"/>
              <a:gd name="csX28" fmla="*/ 1555750 w 2794000"/>
              <a:gd name="csY28" fmla="*/ 1606550 h 1895895"/>
              <a:gd name="csX29" fmla="*/ 1504950 w 2794000"/>
              <a:gd name="csY29" fmla="*/ 1727200 h 1895895"/>
              <a:gd name="csX30" fmla="*/ 1397000 w 2794000"/>
              <a:gd name="csY30" fmla="*/ 1860550 h 1895895"/>
              <a:gd name="csX31" fmla="*/ 1181100 w 2794000"/>
              <a:gd name="csY31" fmla="*/ 1765300 h 1895895"/>
              <a:gd name="csX32" fmla="*/ 1351396 w 2794000"/>
              <a:gd name="csY32" fmla="*/ 573201 h 1895895"/>
              <a:gd name="csX33" fmla="*/ 1370446 w 2794000"/>
              <a:gd name="csY33" fmla="*/ 192200 h 1895895"/>
              <a:gd name="csX34" fmla="*/ 1257300 w 2794000"/>
              <a:gd name="csY34" fmla="*/ 0 h 1895895"/>
              <a:gd name="csX35" fmla="*/ 1084696 w 2794000"/>
              <a:gd name="csY35" fmla="*/ 141400 h 1895895"/>
              <a:gd name="csX36" fmla="*/ 1181100 w 2794000"/>
              <a:gd name="csY36" fmla="*/ 387350 h 1895895"/>
              <a:gd name="csX37" fmla="*/ 1219200 w 2794000"/>
              <a:gd name="csY37" fmla="*/ 393700 h 1895895"/>
              <a:gd name="csX38" fmla="*/ 1219200 w 2794000"/>
              <a:gd name="csY38" fmla="*/ 400050 h 1895895"/>
              <a:gd name="csX39" fmla="*/ 1219200 w 2794000"/>
              <a:gd name="csY39" fmla="*/ 374650 h 1895895"/>
              <a:gd name="csX40" fmla="*/ 1314450 w 2794000"/>
              <a:gd name="csY40" fmla="*/ 514350 h 1895895"/>
              <a:gd name="csX41" fmla="*/ 1720850 w 2794000"/>
              <a:gd name="csY41" fmla="*/ 742950 h 1895895"/>
              <a:gd name="csX42" fmla="*/ 1860550 w 2794000"/>
              <a:gd name="csY42" fmla="*/ 825500 h 1895895"/>
              <a:gd name="csX43" fmla="*/ 1917700 w 2794000"/>
              <a:gd name="csY43" fmla="*/ 774700 h 1895895"/>
              <a:gd name="csX44" fmla="*/ 1943100 w 2794000"/>
              <a:gd name="csY44" fmla="*/ 711200 h 1895895"/>
              <a:gd name="csX45" fmla="*/ 1930400 w 2794000"/>
              <a:gd name="csY45" fmla="*/ 520700 h 1895895"/>
              <a:gd name="csX46" fmla="*/ 1892300 w 2794000"/>
              <a:gd name="csY46" fmla="*/ 469900 h 1895895"/>
              <a:gd name="csX47" fmla="*/ 1841500 w 2794000"/>
              <a:gd name="csY47" fmla="*/ 457200 h 1895895"/>
              <a:gd name="csX48" fmla="*/ 1739900 w 2794000"/>
              <a:gd name="csY48" fmla="*/ 482600 h 1895895"/>
              <a:gd name="csX49" fmla="*/ 1714500 w 2794000"/>
              <a:gd name="csY49" fmla="*/ 520700 h 1895895"/>
              <a:gd name="csX50" fmla="*/ 1720850 w 2794000"/>
              <a:gd name="csY50" fmla="*/ 577850 h 1895895"/>
              <a:gd name="csX51" fmla="*/ 1860550 w 2794000"/>
              <a:gd name="csY51" fmla="*/ 723900 h 1895895"/>
              <a:gd name="csX52" fmla="*/ 1911350 w 2794000"/>
              <a:gd name="csY52" fmla="*/ 825500 h 1895895"/>
              <a:gd name="csX53" fmla="*/ 2222500 w 2794000"/>
              <a:gd name="csY53" fmla="*/ 952500 h 1895895"/>
              <a:gd name="csX54" fmla="*/ 2292350 w 2794000"/>
              <a:gd name="csY54" fmla="*/ 1155700 h 1895895"/>
              <a:gd name="csX55" fmla="*/ 2266950 w 2794000"/>
              <a:gd name="csY55" fmla="*/ 1200150 h 1895895"/>
              <a:gd name="csX56" fmla="*/ 2247900 w 2794000"/>
              <a:gd name="csY56" fmla="*/ 1346200 h 1895895"/>
              <a:gd name="csX57" fmla="*/ 2552700 w 2794000"/>
              <a:gd name="csY57" fmla="*/ 1390650 h 1895895"/>
              <a:gd name="csX58" fmla="*/ 2794000 w 2794000"/>
              <a:gd name="csY58" fmla="*/ 1365250 h 1895895"/>
              <a:gd name="csX0" fmla="*/ 0 w 2794000"/>
              <a:gd name="csY0" fmla="*/ 977900 h 1895895"/>
              <a:gd name="csX1" fmla="*/ 107950 w 2794000"/>
              <a:gd name="csY1" fmla="*/ 984250 h 1895895"/>
              <a:gd name="csX2" fmla="*/ 50800 w 2794000"/>
              <a:gd name="csY2" fmla="*/ 1066800 h 1895895"/>
              <a:gd name="csX3" fmla="*/ 88900 w 2794000"/>
              <a:gd name="csY3" fmla="*/ 1079500 h 1895895"/>
              <a:gd name="csX4" fmla="*/ 139700 w 2794000"/>
              <a:gd name="csY4" fmla="*/ 1104900 h 1895895"/>
              <a:gd name="csX5" fmla="*/ 177800 w 2794000"/>
              <a:gd name="csY5" fmla="*/ 1155700 h 1895895"/>
              <a:gd name="csX6" fmla="*/ 215900 w 2794000"/>
              <a:gd name="csY6" fmla="*/ 1193800 h 1895895"/>
              <a:gd name="csX7" fmla="*/ 342900 w 2794000"/>
              <a:gd name="csY7" fmla="*/ 1295400 h 1895895"/>
              <a:gd name="csX8" fmla="*/ 622300 w 2794000"/>
              <a:gd name="csY8" fmla="*/ 1282700 h 1895895"/>
              <a:gd name="csX9" fmla="*/ 711200 w 2794000"/>
              <a:gd name="csY9" fmla="*/ 1257300 h 1895895"/>
              <a:gd name="csX10" fmla="*/ 825500 w 2794000"/>
              <a:gd name="csY10" fmla="*/ 1219200 h 1895895"/>
              <a:gd name="csX11" fmla="*/ 1003300 w 2794000"/>
              <a:gd name="csY11" fmla="*/ 1066800 h 1895895"/>
              <a:gd name="csX12" fmla="*/ 958850 w 2794000"/>
              <a:gd name="csY12" fmla="*/ 603250 h 1895895"/>
              <a:gd name="csX13" fmla="*/ 946150 w 2794000"/>
              <a:gd name="csY13" fmla="*/ 514350 h 1895895"/>
              <a:gd name="csX14" fmla="*/ 901700 w 2794000"/>
              <a:gd name="csY14" fmla="*/ 463550 h 1895895"/>
              <a:gd name="csX15" fmla="*/ 838200 w 2794000"/>
              <a:gd name="csY15" fmla="*/ 412750 h 1895895"/>
              <a:gd name="csX16" fmla="*/ 825500 w 2794000"/>
              <a:gd name="csY16" fmla="*/ 444500 h 1895895"/>
              <a:gd name="csX17" fmla="*/ 781050 w 2794000"/>
              <a:gd name="csY17" fmla="*/ 457200 h 1895895"/>
              <a:gd name="csX18" fmla="*/ 622300 w 2794000"/>
              <a:gd name="csY18" fmla="*/ 609600 h 1895895"/>
              <a:gd name="csX19" fmla="*/ 711200 w 2794000"/>
              <a:gd name="csY19" fmla="*/ 749300 h 1895895"/>
              <a:gd name="csX20" fmla="*/ 800100 w 2794000"/>
              <a:gd name="csY20" fmla="*/ 850900 h 1895895"/>
              <a:gd name="csX21" fmla="*/ 838200 w 2794000"/>
              <a:gd name="csY21" fmla="*/ 863600 h 1895895"/>
              <a:gd name="csX22" fmla="*/ 914400 w 2794000"/>
              <a:gd name="csY22" fmla="*/ 876300 h 1895895"/>
              <a:gd name="csX23" fmla="*/ 1168400 w 2794000"/>
              <a:gd name="csY23" fmla="*/ 952500 h 1895895"/>
              <a:gd name="csX24" fmla="*/ 1289050 w 2794000"/>
              <a:gd name="csY24" fmla="*/ 1060450 h 1895895"/>
              <a:gd name="csX25" fmla="*/ 1485900 w 2794000"/>
              <a:gd name="csY25" fmla="*/ 1257300 h 1895895"/>
              <a:gd name="csX26" fmla="*/ 1524000 w 2794000"/>
              <a:gd name="csY26" fmla="*/ 1371600 h 1895895"/>
              <a:gd name="csX27" fmla="*/ 1555750 w 2794000"/>
              <a:gd name="csY27" fmla="*/ 1498600 h 1895895"/>
              <a:gd name="csX28" fmla="*/ 1555750 w 2794000"/>
              <a:gd name="csY28" fmla="*/ 1606550 h 1895895"/>
              <a:gd name="csX29" fmla="*/ 1504950 w 2794000"/>
              <a:gd name="csY29" fmla="*/ 1727200 h 1895895"/>
              <a:gd name="csX30" fmla="*/ 1397000 w 2794000"/>
              <a:gd name="csY30" fmla="*/ 1860550 h 1895895"/>
              <a:gd name="csX31" fmla="*/ 1181100 w 2794000"/>
              <a:gd name="csY31" fmla="*/ 1765300 h 1895895"/>
              <a:gd name="csX32" fmla="*/ 1351396 w 2794000"/>
              <a:gd name="csY32" fmla="*/ 573201 h 1895895"/>
              <a:gd name="csX33" fmla="*/ 1370446 w 2794000"/>
              <a:gd name="csY33" fmla="*/ 192200 h 1895895"/>
              <a:gd name="csX34" fmla="*/ 1257300 w 2794000"/>
              <a:gd name="csY34" fmla="*/ 0 h 1895895"/>
              <a:gd name="csX35" fmla="*/ 1084696 w 2794000"/>
              <a:gd name="csY35" fmla="*/ 141400 h 1895895"/>
              <a:gd name="csX36" fmla="*/ 1181100 w 2794000"/>
              <a:gd name="csY36" fmla="*/ 387350 h 1895895"/>
              <a:gd name="csX37" fmla="*/ 1219200 w 2794000"/>
              <a:gd name="csY37" fmla="*/ 393700 h 1895895"/>
              <a:gd name="csX38" fmla="*/ 1219200 w 2794000"/>
              <a:gd name="csY38" fmla="*/ 400050 h 1895895"/>
              <a:gd name="csX39" fmla="*/ 1219200 w 2794000"/>
              <a:gd name="csY39" fmla="*/ 374650 h 1895895"/>
              <a:gd name="csX40" fmla="*/ 1314450 w 2794000"/>
              <a:gd name="csY40" fmla="*/ 514350 h 1895895"/>
              <a:gd name="csX41" fmla="*/ 1720850 w 2794000"/>
              <a:gd name="csY41" fmla="*/ 742950 h 1895895"/>
              <a:gd name="csX42" fmla="*/ 1860550 w 2794000"/>
              <a:gd name="csY42" fmla="*/ 825500 h 1895895"/>
              <a:gd name="csX43" fmla="*/ 1917700 w 2794000"/>
              <a:gd name="csY43" fmla="*/ 774700 h 1895895"/>
              <a:gd name="csX44" fmla="*/ 1943100 w 2794000"/>
              <a:gd name="csY44" fmla="*/ 711200 h 1895895"/>
              <a:gd name="csX45" fmla="*/ 1930400 w 2794000"/>
              <a:gd name="csY45" fmla="*/ 520700 h 1895895"/>
              <a:gd name="csX46" fmla="*/ 1892300 w 2794000"/>
              <a:gd name="csY46" fmla="*/ 469900 h 1895895"/>
              <a:gd name="csX47" fmla="*/ 1841500 w 2794000"/>
              <a:gd name="csY47" fmla="*/ 457200 h 1895895"/>
              <a:gd name="csX48" fmla="*/ 1739900 w 2794000"/>
              <a:gd name="csY48" fmla="*/ 482600 h 1895895"/>
              <a:gd name="csX49" fmla="*/ 1714500 w 2794000"/>
              <a:gd name="csY49" fmla="*/ 520700 h 1895895"/>
              <a:gd name="csX50" fmla="*/ 1720850 w 2794000"/>
              <a:gd name="csY50" fmla="*/ 577850 h 1895895"/>
              <a:gd name="csX51" fmla="*/ 1860550 w 2794000"/>
              <a:gd name="csY51" fmla="*/ 723900 h 1895895"/>
              <a:gd name="csX52" fmla="*/ 1911350 w 2794000"/>
              <a:gd name="csY52" fmla="*/ 825500 h 1895895"/>
              <a:gd name="csX53" fmla="*/ 2222500 w 2794000"/>
              <a:gd name="csY53" fmla="*/ 952500 h 1895895"/>
              <a:gd name="csX54" fmla="*/ 2292350 w 2794000"/>
              <a:gd name="csY54" fmla="*/ 1155700 h 1895895"/>
              <a:gd name="csX55" fmla="*/ 2266950 w 2794000"/>
              <a:gd name="csY55" fmla="*/ 1200150 h 1895895"/>
              <a:gd name="csX56" fmla="*/ 2330450 w 2794000"/>
              <a:gd name="csY56" fmla="*/ 1301750 h 1895895"/>
              <a:gd name="csX57" fmla="*/ 2552700 w 2794000"/>
              <a:gd name="csY57" fmla="*/ 1390650 h 1895895"/>
              <a:gd name="csX58" fmla="*/ 2794000 w 2794000"/>
              <a:gd name="csY58" fmla="*/ 1365250 h 1895895"/>
              <a:gd name="csX0" fmla="*/ 0 w 2794000"/>
              <a:gd name="csY0" fmla="*/ 977900 h 1895895"/>
              <a:gd name="csX1" fmla="*/ 107950 w 2794000"/>
              <a:gd name="csY1" fmla="*/ 984250 h 1895895"/>
              <a:gd name="csX2" fmla="*/ 50800 w 2794000"/>
              <a:gd name="csY2" fmla="*/ 1066800 h 1895895"/>
              <a:gd name="csX3" fmla="*/ 88900 w 2794000"/>
              <a:gd name="csY3" fmla="*/ 1079500 h 1895895"/>
              <a:gd name="csX4" fmla="*/ 139700 w 2794000"/>
              <a:gd name="csY4" fmla="*/ 1104900 h 1895895"/>
              <a:gd name="csX5" fmla="*/ 177800 w 2794000"/>
              <a:gd name="csY5" fmla="*/ 1155700 h 1895895"/>
              <a:gd name="csX6" fmla="*/ 215900 w 2794000"/>
              <a:gd name="csY6" fmla="*/ 1193800 h 1895895"/>
              <a:gd name="csX7" fmla="*/ 342900 w 2794000"/>
              <a:gd name="csY7" fmla="*/ 1295400 h 1895895"/>
              <a:gd name="csX8" fmla="*/ 622300 w 2794000"/>
              <a:gd name="csY8" fmla="*/ 1282700 h 1895895"/>
              <a:gd name="csX9" fmla="*/ 711200 w 2794000"/>
              <a:gd name="csY9" fmla="*/ 1257300 h 1895895"/>
              <a:gd name="csX10" fmla="*/ 825500 w 2794000"/>
              <a:gd name="csY10" fmla="*/ 1219200 h 1895895"/>
              <a:gd name="csX11" fmla="*/ 1003300 w 2794000"/>
              <a:gd name="csY11" fmla="*/ 1066800 h 1895895"/>
              <a:gd name="csX12" fmla="*/ 958850 w 2794000"/>
              <a:gd name="csY12" fmla="*/ 603250 h 1895895"/>
              <a:gd name="csX13" fmla="*/ 946150 w 2794000"/>
              <a:gd name="csY13" fmla="*/ 514350 h 1895895"/>
              <a:gd name="csX14" fmla="*/ 901700 w 2794000"/>
              <a:gd name="csY14" fmla="*/ 463550 h 1895895"/>
              <a:gd name="csX15" fmla="*/ 838200 w 2794000"/>
              <a:gd name="csY15" fmla="*/ 412750 h 1895895"/>
              <a:gd name="csX16" fmla="*/ 825500 w 2794000"/>
              <a:gd name="csY16" fmla="*/ 444500 h 1895895"/>
              <a:gd name="csX17" fmla="*/ 781050 w 2794000"/>
              <a:gd name="csY17" fmla="*/ 457200 h 1895895"/>
              <a:gd name="csX18" fmla="*/ 622300 w 2794000"/>
              <a:gd name="csY18" fmla="*/ 609600 h 1895895"/>
              <a:gd name="csX19" fmla="*/ 711200 w 2794000"/>
              <a:gd name="csY19" fmla="*/ 749300 h 1895895"/>
              <a:gd name="csX20" fmla="*/ 800100 w 2794000"/>
              <a:gd name="csY20" fmla="*/ 850900 h 1895895"/>
              <a:gd name="csX21" fmla="*/ 838200 w 2794000"/>
              <a:gd name="csY21" fmla="*/ 863600 h 1895895"/>
              <a:gd name="csX22" fmla="*/ 914400 w 2794000"/>
              <a:gd name="csY22" fmla="*/ 876300 h 1895895"/>
              <a:gd name="csX23" fmla="*/ 1168400 w 2794000"/>
              <a:gd name="csY23" fmla="*/ 952500 h 1895895"/>
              <a:gd name="csX24" fmla="*/ 1289050 w 2794000"/>
              <a:gd name="csY24" fmla="*/ 1060450 h 1895895"/>
              <a:gd name="csX25" fmla="*/ 1485900 w 2794000"/>
              <a:gd name="csY25" fmla="*/ 1257300 h 1895895"/>
              <a:gd name="csX26" fmla="*/ 1524000 w 2794000"/>
              <a:gd name="csY26" fmla="*/ 1371600 h 1895895"/>
              <a:gd name="csX27" fmla="*/ 1555750 w 2794000"/>
              <a:gd name="csY27" fmla="*/ 1498600 h 1895895"/>
              <a:gd name="csX28" fmla="*/ 1555750 w 2794000"/>
              <a:gd name="csY28" fmla="*/ 1606550 h 1895895"/>
              <a:gd name="csX29" fmla="*/ 1504950 w 2794000"/>
              <a:gd name="csY29" fmla="*/ 1727200 h 1895895"/>
              <a:gd name="csX30" fmla="*/ 1397000 w 2794000"/>
              <a:gd name="csY30" fmla="*/ 1860550 h 1895895"/>
              <a:gd name="csX31" fmla="*/ 1181100 w 2794000"/>
              <a:gd name="csY31" fmla="*/ 1765300 h 1895895"/>
              <a:gd name="csX32" fmla="*/ 1351396 w 2794000"/>
              <a:gd name="csY32" fmla="*/ 573201 h 1895895"/>
              <a:gd name="csX33" fmla="*/ 1370446 w 2794000"/>
              <a:gd name="csY33" fmla="*/ 192200 h 1895895"/>
              <a:gd name="csX34" fmla="*/ 1257300 w 2794000"/>
              <a:gd name="csY34" fmla="*/ 0 h 1895895"/>
              <a:gd name="csX35" fmla="*/ 1084696 w 2794000"/>
              <a:gd name="csY35" fmla="*/ 141400 h 1895895"/>
              <a:gd name="csX36" fmla="*/ 1181100 w 2794000"/>
              <a:gd name="csY36" fmla="*/ 387350 h 1895895"/>
              <a:gd name="csX37" fmla="*/ 1219200 w 2794000"/>
              <a:gd name="csY37" fmla="*/ 393700 h 1895895"/>
              <a:gd name="csX38" fmla="*/ 1219200 w 2794000"/>
              <a:gd name="csY38" fmla="*/ 400050 h 1895895"/>
              <a:gd name="csX39" fmla="*/ 1219200 w 2794000"/>
              <a:gd name="csY39" fmla="*/ 374650 h 1895895"/>
              <a:gd name="csX40" fmla="*/ 1314450 w 2794000"/>
              <a:gd name="csY40" fmla="*/ 514350 h 1895895"/>
              <a:gd name="csX41" fmla="*/ 1720850 w 2794000"/>
              <a:gd name="csY41" fmla="*/ 742950 h 1895895"/>
              <a:gd name="csX42" fmla="*/ 1860550 w 2794000"/>
              <a:gd name="csY42" fmla="*/ 825500 h 1895895"/>
              <a:gd name="csX43" fmla="*/ 1917700 w 2794000"/>
              <a:gd name="csY43" fmla="*/ 774700 h 1895895"/>
              <a:gd name="csX44" fmla="*/ 1943100 w 2794000"/>
              <a:gd name="csY44" fmla="*/ 711200 h 1895895"/>
              <a:gd name="csX45" fmla="*/ 1930400 w 2794000"/>
              <a:gd name="csY45" fmla="*/ 520700 h 1895895"/>
              <a:gd name="csX46" fmla="*/ 1892300 w 2794000"/>
              <a:gd name="csY46" fmla="*/ 469900 h 1895895"/>
              <a:gd name="csX47" fmla="*/ 1841500 w 2794000"/>
              <a:gd name="csY47" fmla="*/ 457200 h 1895895"/>
              <a:gd name="csX48" fmla="*/ 1739900 w 2794000"/>
              <a:gd name="csY48" fmla="*/ 482600 h 1895895"/>
              <a:gd name="csX49" fmla="*/ 1714500 w 2794000"/>
              <a:gd name="csY49" fmla="*/ 520700 h 1895895"/>
              <a:gd name="csX50" fmla="*/ 1720850 w 2794000"/>
              <a:gd name="csY50" fmla="*/ 577850 h 1895895"/>
              <a:gd name="csX51" fmla="*/ 1784350 w 2794000"/>
              <a:gd name="csY51" fmla="*/ 717550 h 1895895"/>
              <a:gd name="csX52" fmla="*/ 1911350 w 2794000"/>
              <a:gd name="csY52" fmla="*/ 825500 h 1895895"/>
              <a:gd name="csX53" fmla="*/ 2222500 w 2794000"/>
              <a:gd name="csY53" fmla="*/ 952500 h 1895895"/>
              <a:gd name="csX54" fmla="*/ 2292350 w 2794000"/>
              <a:gd name="csY54" fmla="*/ 1155700 h 1895895"/>
              <a:gd name="csX55" fmla="*/ 2266950 w 2794000"/>
              <a:gd name="csY55" fmla="*/ 1200150 h 1895895"/>
              <a:gd name="csX56" fmla="*/ 2330450 w 2794000"/>
              <a:gd name="csY56" fmla="*/ 1301750 h 1895895"/>
              <a:gd name="csX57" fmla="*/ 2552700 w 2794000"/>
              <a:gd name="csY57" fmla="*/ 1390650 h 1895895"/>
              <a:gd name="csX58" fmla="*/ 2794000 w 2794000"/>
              <a:gd name="csY58" fmla="*/ 1365250 h 1895895"/>
              <a:gd name="csX0" fmla="*/ 0 w 2794000"/>
              <a:gd name="csY0" fmla="*/ 977900 h 1895895"/>
              <a:gd name="csX1" fmla="*/ 107950 w 2794000"/>
              <a:gd name="csY1" fmla="*/ 984250 h 1895895"/>
              <a:gd name="csX2" fmla="*/ 50800 w 2794000"/>
              <a:gd name="csY2" fmla="*/ 1066800 h 1895895"/>
              <a:gd name="csX3" fmla="*/ 88900 w 2794000"/>
              <a:gd name="csY3" fmla="*/ 1079500 h 1895895"/>
              <a:gd name="csX4" fmla="*/ 139700 w 2794000"/>
              <a:gd name="csY4" fmla="*/ 1104900 h 1895895"/>
              <a:gd name="csX5" fmla="*/ 177800 w 2794000"/>
              <a:gd name="csY5" fmla="*/ 1155700 h 1895895"/>
              <a:gd name="csX6" fmla="*/ 215900 w 2794000"/>
              <a:gd name="csY6" fmla="*/ 1193800 h 1895895"/>
              <a:gd name="csX7" fmla="*/ 342900 w 2794000"/>
              <a:gd name="csY7" fmla="*/ 1295400 h 1895895"/>
              <a:gd name="csX8" fmla="*/ 622300 w 2794000"/>
              <a:gd name="csY8" fmla="*/ 1282700 h 1895895"/>
              <a:gd name="csX9" fmla="*/ 711200 w 2794000"/>
              <a:gd name="csY9" fmla="*/ 1257300 h 1895895"/>
              <a:gd name="csX10" fmla="*/ 825500 w 2794000"/>
              <a:gd name="csY10" fmla="*/ 1219200 h 1895895"/>
              <a:gd name="csX11" fmla="*/ 1003300 w 2794000"/>
              <a:gd name="csY11" fmla="*/ 1066800 h 1895895"/>
              <a:gd name="csX12" fmla="*/ 958850 w 2794000"/>
              <a:gd name="csY12" fmla="*/ 603250 h 1895895"/>
              <a:gd name="csX13" fmla="*/ 946150 w 2794000"/>
              <a:gd name="csY13" fmla="*/ 514350 h 1895895"/>
              <a:gd name="csX14" fmla="*/ 901700 w 2794000"/>
              <a:gd name="csY14" fmla="*/ 463550 h 1895895"/>
              <a:gd name="csX15" fmla="*/ 838200 w 2794000"/>
              <a:gd name="csY15" fmla="*/ 412750 h 1895895"/>
              <a:gd name="csX16" fmla="*/ 825500 w 2794000"/>
              <a:gd name="csY16" fmla="*/ 444500 h 1895895"/>
              <a:gd name="csX17" fmla="*/ 781050 w 2794000"/>
              <a:gd name="csY17" fmla="*/ 457200 h 1895895"/>
              <a:gd name="csX18" fmla="*/ 622300 w 2794000"/>
              <a:gd name="csY18" fmla="*/ 609600 h 1895895"/>
              <a:gd name="csX19" fmla="*/ 711200 w 2794000"/>
              <a:gd name="csY19" fmla="*/ 749300 h 1895895"/>
              <a:gd name="csX20" fmla="*/ 800100 w 2794000"/>
              <a:gd name="csY20" fmla="*/ 850900 h 1895895"/>
              <a:gd name="csX21" fmla="*/ 838200 w 2794000"/>
              <a:gd name="csY21" fmla="*/ 863600 h 1895895"/>
              <a:gd name="csX22" fmla="*/ 914400 w 2794000"/>
              <a:gd name="csY22" fmla="*/ 876300 h 1895895"/>
              <a:gd name="csX23" fmla="*/ 1168400 w 2794000"/>
              <a:gd name="csY23" fmla="*/ 952500 h 1895895"/>
              <a:gd name="csX24" fmla="*/ 1289050 w 2794000"/>
              <a:gd name="csY24" fmla="*/ 1060450 h 1895895"/>
              <a:gd name="csX25" fmla="*/ 1485900 w 2794000"/>
              <a:gd name="csY25" fmla="*/ 1257300 h 1895895"/>
              <a:gd name="csX26" fmla="*/ 1524000 w 2794000"/>
              <a:gd name="csY26" fmla="*/ 1371600 h 1895895"/>
              <a:gd name="csX27" fmla="*/ 1555750 w 2794000"/>
              <a:gd name="csY27" fmla="*/ 1498600 h 1895895"/>
              <a:gd name="csX28" fmla="*/ 1555750 w 2794000"/>
              <a:gd name="csY28" fmla="*/ 1606550 h 1895895"/>
              <a:gd name="csX29" fmla="*/ 1504950 w 2794000"/>
              <a:gd name="csY29" fmla="*/ 1727200 h 1895895"/>
              <a:gd name="csX30" fmla="*/ 1397000 w 2794000"/>
              <a:gd name="csY30" fmla="*/ 1860550 h 1895895"/>
              <a:gd name="csX31" fmla="*/ 1181100 w 2794000"/>
              <a:gd name="csY31" fmla="*/ 1765300 h 1895895"/>
              <a:gd name="csX32" fmla="*/ 1351396 w 2794000"/>
              <a:gd name="csY32" fmla="*/ 573201 h 1895895"/>
              <a:gd name="csX33" fmla="*/ 1370446 w 2794000"/>
              <a:gd name="csY33" fmla="*/ 192200 h 1895895"/>
              <a:gd name="csX34" fmla="*/ 1257300 w 2794000"/>
              <a:gd name="csY34" fmla="*/ 0 h 1895895"/>
              <a:gd name="csX35" fmla="*/ 1084696 w 2794000"/>
              <a:gd name="csY35" fmla="*/ 141400 h 1895895"/>
              <a:gd name="csX36" fmla="*/ 1181100 w 2794000"/>
              <a:gd name="csY36" fmla="*/ 387350 h 1895895"/>
              <a:gd name="csX37" fmla="*/ 1219200 w 2794000"/>
              <a:gd name="csY37" fmla="*/ 393700 h 1895895"/>
              <a:gd name="csX38" fmla="*/ 1219200 w 2794000"/>
              <a:gd name="csY38" fmla="*/ 400050 h 1895895"/>
              <a:gd name="csX39" fmla="*/ 1219200 w 2794000"/>
              <a:gd name="csY39" fmla="*/ 374650 h 1895895"/>
              <a:gd name="csX40" fmla="*/ 1314450 w 2794000"/>
              <a:gd name="csY40" fmla="*/ 514350 h 1895895"/>
              <a:gd name="csX41" fmla="*/ 1720850 w 2794000"/>
              <a:gd name="csY41" fmla="*/ 742950 h 1895895"/>
              <a:gd name="csX42" fmla="*/ 1860550 w 2794000"/>
              <a:gd name="csY42" fmla="*/ 825500 h 1895895"/>
              <a:gd name="csX43" fmla="*/ 1917700 w 2794000"/>
              <a:gd name="csY43" fmla="*/ 774700 h 1895895"/>
              <a:gd name="csX44" fmla="*/ 1943100 w 2794000"/>
              <a:gd name="csY44" fmla="*/ 711200 h 1895895"/>
              <a:gd name="csX45" fmla="*/ 1930400 w 2794000"/>
              <a:gd name="csY45" fmla="*/ 520700 h 1895895"/>
              <a:gd name="csX46" fmla="*/ 1892300 w 2794000"/>
              <a:gd name="csY46" fmla="*/ 469900 h 1895895"/>
              <a:gd name="csX47" fmla="*/ 1841500 w 2794000"/>
              <a:gd name="csY47" fmla="*/ 457200 h 1895895"/>
              <a:gd name="csX48" fmla="*/ 1739900 w 2794000"/>
              <a:gd name="csY48" fmla="*/ 482600 h 1895895"/>
              <a:gd name="csX49" fmla="*/ 1714500 w 2794000"/>
              <a:gd name="csY49" fmla="*/ 520700 h 1895895"/>
              <a:gd name="csX50" fmla="*/ 1739900 w 2794000"/>
              <a:gd name="csY50" fmla="*/ 514350 h 1895895"/>
              <a:gd name="csX51" fmla="*/ 1784350 w 2794000"/>
              <a:gd name="csY51" fmla="*/ 717550 h 1895895"/>
              <a:gd name="csX52" fmla="*/ 1911350 w 2794000"/>
              <a:gd name="csY52" fmla="*/ 825500 h 1895895"/>
              <a:gd name="csX53" fmla="*/ 2222500 w 2794000"/>
              <a:gd name="csY53" fmla="*/ 952500 h 1895895"/>
              <a:gd name="csX54" fmla="*/ 2292350 w 2794000"/>
              <a:gd name="csY54" fmla="*/ 1155700 h 1895895"/>
              <a:gd name="csX55" fmla="*/ 2266950 w 2794000"/>
              <a:gd name="csY55" fmla="*/ 1200150 h 1895895"/>
              <a:gd name="csX56" fmla="*/ 2330450 w 2794000"/>
              <a:gd name="csY56" fmla="*/ 1301750 h 1895895"/>
              <a:gd name="csX57" fmla="*/ 2552700 w 2794000"/>
              <a:gd name="csY57" fmla="*/ 1390650 h 1895895"/>
              <a:gd name="csX58" fmla="*/ 2794000 w 2794000"/>
              <a:gd name="csY58" fmla="*/ 1365250 h 1895895"/>
              <a:gd name="csX0" fmla="*/ 0 w 2794000"/>
              <a:gd name="csY0" fmla="*/ 977900 h 1895895"/>
              <a:gd name="csX1" fmla="*/ 44450 w 2794000"/>
              <a:gd name="csY1" fmla="*/ 1022350 h 1895895"/>
              <a:gd name="csX2" fmla="*/ 50800 w 2794000"/>
              <a:gd name="csY2" fmla="*/ 1066800 h 1895895"/>
              <a:gd name="csX3" fmla="*/ 88900 w 2794000"/>
              <a:gd name="csY3" fmla="*/ 1079500 h 1895895"/>
              <a:gd name="csX4" fmla="*/ 139700 w 2794000"/>
              <a:gd name="csY4" fmla="*/ 1104900 h 1895895"/>
              <a:gd name="csX5" fmla="*/ 177800 w 2794000"/>
              <a:gd name="csY5" fmla="*/ 1155700 h 1895895"/>
              <a:gd name="csX6" fmla="*/ 215900 w 2794000"/>
              <a:gd name="csY6" fmla="*/ 1193800 h 1895895"/>
              <a:gd name="csX7" fmla="*/ 342900 w 2794000"/>
              <a:gd name="csY7" fmla="*/ 1295400 h 1895895"/>
              <a:gd name="csX8" fmla="*/ 622300 w 2794000"/>
              <a:gd name="csY8" fmla="*/ 1282700 h 1895895"/>
              <a:gd name="csX9" fmla="*/ 711200 w 2794000"/>
              <a:gd name="csY9" fmla="*/ 1257300 h 1895895"/>
              <a:gd name="csX10" fmla="*/ 825500 w 2794000"/>
              <a:gd name="csY10" fmla="*/ 1219200 h 1895895"/>
              <a:gd name="csX11" fmla="*/ 1003300 w 2794000"/>
              <a:gd name="csY11" fmla="*/ 1066800 h 1895895"/>
              <a:gd name="csX12" fmla="*/ 958850 w 2794000"/>
              <a:gd name="csY12" fmla="*/ 603250 h 1895895"/>
              <a:gd name="csX13" fmla="*/ 946150 w 2794000"/>
              <a:gd name="csY13" fmla="*/ 514350 h 1895895"/>
              <a:gd name="csX14" fmla="*/ 901700 w 2794000"/>
              <a:gd name="csY14" fmla="*/ 463550 h 1895895"/>
              <a:gd name="csX15" fmla="*/ 838200 w 2794000"/>
              <a:gd name="csY15" fmla="*/ 412750 h 1895895"/>
              <a:gd name="csX16" fmla="*/ 825500 w 2794000"/>
              <a:gd name="csY16" fmla="*/ 444500 h 1895895"/>
              <a:gd name="csX17" fmla="*/ 781050 w 2794000"/>
              <a:gd name="csY17" fmla="*/ 457200 h 1895895"/>
              <a:gd name="csX18" fmla="*/ 622300 w 2794000"/>
              <a:gd name="csY18" fmla="*/ 609600 h 1895895"/>
              <a:gd name="csX19" fmla="*/ 711200 w 2794000"/>
              <a:gd name="csY19" fmla="*/ 749300 h 1895895"/>
              <a:gd name="csX20" fmla="*/ 800100 w 2794000"/>
              <a:gd name="csY20" fmla="*/ 850900 h 1895895"/>
              <a:gd name="csX21" fmla="*/ 838200 w 2794000"/>
              <a:gd name="csY21" fmla="*/ 863600 h 1895895"/>
              <a:gd name="csX22" fmla="*/ 914400 w 2794000"/>
              <a:gd name="csY22" fmla="*/ 876300 h 1895895"/>
              <a:gd name="csX23" fmla="*/ 1168400 w 2794000"/>
              <a:gd name="csY23" fmla="*/ 952500 h 1895895"/>
              <a:gd name="csX24" fmla="*/ 1289050 w 2794000"/>
              <a:gd name="csY24" fmla="*/ 1060450 h 1895895"/>
              <a:gd name="csX25" fmla="*/ 1485900 w 2794000"/>
              <a:gd name="csY25" fmla="*/ 1257300 h 1895895"/>
              <a:gd name="csX26" fmla="*/ 1524000 w 2794000"/>
              <a:gd name="csY26" fmla="*/ 1371600 h 1895895"/>
              <a:gd name="csX27" fmla="*/ 1555750 w 2794000"/>
              <a:gd name="csY27" fmla="*/ 1498600 h 1895895"/>
              <a:gd name="csX28" fmla="*/ 1555750 w 2794000"/>
              <a:gd name="csY28" fmla="*/ 1606550 h 1895895"/>
              <a:gd name="csX29" fmla="*/ 1504950 w 2794000"/>
              <a:gd name="csY29" fmla="*/ 1727200 h 1895895"/>
              <a:gd name="csX30" fmla="*/ 1397000 w 2794000"/>
              <a:gd name="csY30" fmla="*/ 1860550 h 1895895"/>
              <a:gd name="csX31" fmla="*/ 1181100 w 2794000"/>
              <a:gd name="csY31" fmla="*/ 1765300 h 1895895"/>
              <a:gd name="csX32" fmla="*/ 1351396 w 2794000"/>
              <a:gd name="csY32" fmla="*/ 573201 h 1895895"/>
              <a:gd name="csX33" fmla="*/ 1370446 w 2794000"/>
              <a:gd name="csY33" fmla="*/ 192200 h 1895895"/>
              <a:gd name="csX34" fmla="*/ 1257300 w 2794000"/>
              <a:gd name="csY34" fmla="*/ 0 h 1895895"/>
              <a:gd name="csX35" fmla="*/ 1084696 w 2794000"/>
              <a:gd name="csY35" fmla="*/ 141400 h 1895895"/>
              <a:gd name="csX36" fmla="*/ 1181100 w 2794000"/>
              <a:gd name="csY36" fmla="*/ 387350 h 1895895"/>
              <a:gd name="csX37" fmla="*/ 1219200 w 2794000"/>
              <a:gd name="csY37" fmla="*/ 393700 h 1895895"/>
              <a:gd name="csX38" fmla="*/ 1219200 w 2794000"/>
              <a:gd name="csY38" fmla="*/ 400050 h 1895895"/>
              <a:gd name="csX39" fmla="*/ 1219200 w 2794000"/>
              <a:gd name="csY39" fmla="*/ 374650 h 1895895"/>
              <a:gd name="csX40" fmla="*/ 1314450 w 2794000"/>
              <a:gd name="csY40" fmla="*/ 514350 h 1895895"/>
              <a:gd name="csX41" fmla="*/ 1720850 w 2794000"/>
              <a:gd name="csY41" fmla="*/ 742950 h 1895895"/>
              <a:gd name="csX42" fmla="*/ 1860550 w 2794000"/>
              <a:gd name="csY42" fmla="*/ 825500 h 1895895"/>
              <a:gd name="csX43" fmla="*/ 1917700 w 2794000"/>
              <a:gd name="csY43" fmla="*/ 774700 h 1895895"/>
              <a:gd name="csX44" fmla="*/ 1943100 w 2794000"/>
              <a:gd name="csY44" fmla="*/ 711200 h 1895895"/>
              <a:gd name="csX45" fmla="*/ 1930400 w 2794000"/>
              <a:gd name="csY45" fmla="*/ 520700 h 1895895"/>
              <a:gd name="csX46" fmla="*/ 1892300 w 2794000"/>
              <a:gd name="csY46" fmla="*/ 469900 h 1895895"/>
              <a:gd name="csX47" fmla="*/ 1841500 w 2794000"/>
              <a:gd name="csY47" fmla="*/ 457200 h 1895895"/>
              <a:gd name="csX48" fmla="*/ 1739900 w 2794000"/>
              <a:gd name="csY48" fmla="*/ 482600 h 1895895"/>
              <a:gd name="csX49" fmla="*/ 1714500 w 2794000"/>
              <a:gd name="csY49" fmla="*/ 520700 h 1895895"/>
              <a:gd name="csX50" fmla="*/ 1739900 w 2794000"/>
              <a:gd name="csY50" fmla="*/ 514350 h 1895895"/>
              <a:gd name="csX51" fmla="*/ 1784350 w 2794000"/>
              <a:gd name="csY51" fmla="*/ 717550 h 1895895"/>
              <a:gd name="csX52" fmla="*/ 1911350 w 2794000"/>
              <a:gd name="csY52" fmla="*/ 825500 h 1895895"/>
              <a:gd name="csX53" fmla="*/ 2222500 w 2794000"/>
              <a:gd name="csY53" fmla="*/ 952500 h 1895895"/>
              <a:gd name="csX54" fmla="*/ 2292350 w 2794000"/>
              <a:gd name="csY54" fmla="*/ 1155700 h 1895895"/>
              <a:gd name="csX55" fmla="*/ 2266950 w 2794000"/>
              <a:gd name="csY55" fmla="*/ 1200150 h 1895895"/>
              <a:gd name="csX56" fmla="*/ 2330450 w 2794000"/>
              <a:gd name="csY56" fmla="*/ 1301750 h 1895895"/>
              <a:gd name="csX57" fmla="*/ 2552700 w 2794000"/>
              <a:gd name="csY57" fmla="*/ 1390650 h 1895895"/>
              <a:gd name="csX58" fmla="*/ 2794000 w 2794000"/>
              <a:gd name="csY58" fmla="*/ 1365250 h 18958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</a:cxnLst>
            <a:rect l="l" t="t" r="r" b="b"/>
            <a:pathLst>
              <a:path w="2794000" h="1895895">
                <a:moveTo>
                  <a:pt x="0" y="977900"/>
                </a:moveTo>
                <a:cubicBezTo>
                  <a:pt x="12700" y="956733"/>
                  <a:pt x="35983" y="1007533"/>
                  <a:pt x="44450" y="1022350"/>
                </a:cubicBezTo>
                <a:cubicBezTo>
                  <a:pt x="52917" y="1037167"/>
                  <a:pt x="43392" y="1057275"/>
                  <a:pt x="50800" y="1066800"/>
                </a:cubicBezTo>
                <a:cubicBezTo>
                  <a:pt x="58208" y="1076325"/>
                  <a:pt x="76595" y="1074227"/>
                  <a:pt x="88900" y="1079500"/>
                </a:cubicBezTo>
                <a:cubicBezTo>
                  <a:pt x="106301" y="1086958"/>
                  <a:pt x="122767" y="1096433"/>
                  <a:pt x="139700" y="1104900"/>
                </a:cubicBezTo>
                <a:cubicBezTo>
                  <a:pt x="152400" y="1121833"/>
                  <a:pt x="164025" y="1139629"/>
                  <a:pt x="177800" y="1155700"/>
                </a:cubicBezTo>
                <a:cubicBezTo>
                  <a:pt x="189489" y="1169337"/>
                  <a:pt x="202476" y="1181868"/>
                  <a:pt x="215900" y="1193800"/>
                </a:cubicBezTo>
                <a:cubicBezTo>
                  <a:pt x="271376" y="1243112"/>
                  <a:pt x="289326" y="1255220"/>
                  <a:pt x="342900" y="1295400"/>
                </a:cubicBezTo>
                <a:cubicBezTo>
                  <a:pt x="436033" y="1291167"/>
                  <a:pt x="529565" y="1292293"/>
                  <a:pt x="622300" y="1282700"/>
                </a:cubicBezTo>
                <a:cubicBezTo>
                  <a:pt x="652956" y="1279529"/>
                  <a:pt x="681784" y="1266493"/>
                  <a:pt x="711200" y="1257300"/>
                </a:cubicBezTo>
                <a:cubicBezTo>
                  <a:pt x="749533" y="1245321"/>
                  <a:pt x="825500" y="1219200"/>
                  <a:pt x="825500" y="1219200"/>
                </a:cubicBezTo>
                <a:cubicBezTo>
                  <a:pt x="887122" y="1169902"/>
                  <a:pt x="981075" y="1169458"/>
                  <a:pt x="1003300" y="1066800"/>
                </a:cubicBezTo>
                <a:cubicBezTo>
                  <a:pt x="1025525" y="964142"/>
                  <a:pt x="927181" y="658670"/>
                  <a:pt x="958850" y="603250"/>
                </a:cubicBezTo>
                <a:cubicBezTo>
                  <a:pt x="987523" y="402538"/>
                  <a:pt x="955675" y="537633"/>
                  <a:pt x="946150" y="514350"/>
                </a:cubicBezTo>
                <a:cubicBezTo>
                  <a:pt x="936625" y="491067"/>
                  <a:pt x="919692" y="480483"/>
                  <a:pt x="901700" y="463550"/>
                </a:cubicBezTo>
                <a:cubicBezTo>
                  <a:pt x="883708" y="446617"/>
                  <a:pt x="1004747" y="468266"/>
                  <a:pt x="838200" y="412750"/>
                </a:cubicBezTo>
                <a:cubicBezTo>
                  <a:pt x="808567" y="416983"/>
                  <a:pt x="835025" y="437092"/>
                  <a:pt x="825500" y="444500"/>
                </a:cubicBezTo>
                <a:cubicBezTo>
                  <a:pt x="815975" y="451908"/>
                  <a:pt x="814917" y="429683"/>
                  <a:pt x="781050" y="457200"/>
                </a:cubicBezTo>
                <a:cubicBezTo>
                  <a:pt x="747183" y="484717"/>
                  <a:pt x="633942" y="560917"/>
                  <a:pt x="622300" y="609600"/>
                </a:cubicBezTo>
                <a:cubicBezTo>
                  <a:pt x="610658" y="658283"/>
                  <a:pt x="678458" y="704864"/>
                  <a:pt x="711200" y="749300"/>
                </a:cubicBezTo>
                <a:cubicBezTo>
                  <a:pt x="737895" y="785528"/>
                  <a:pt x="766651" y="820796"/>
                  <a:pt x="800100" y="850900"/>
                </a:cubicBezTo>
                <a:cubicBezTo>
                  <a:pt x="810050" y="859855"/>
                  <a:pt x="825132" y="860696"/>
                  <a:pt x="838200" y="863600"/>
                </a:cubicBezTo>
                <a:cubicBezTo>
                  <a:pt x="863337" y="869186"/>
                  <a:pt x="889535" y="869606"/>
                  <a:pt x="914400" y="876300"/>
                </a:cubicBezTo>
                <a:cubicBezTo>
                  <a:pt x="999755" y="899280"/>
                  <a:pt x="1083733" y="927100"/>
                  <a:pt x="1168400" y="952500"/>
                </a:cubicBezTo>
                <a:cubicBezTo>
                  <a:pt x="1214967" y="990600"/>
                  <a:pt x="1244081" y="1020477"/>
                  <a:pt x="1289050" y="1060450"/>
                </a:cubicBezTo>
                <a:cubicBezTo>
                  <a:pt x="1356955" y="1120810"/>
                  <a:pt x="1426117" y="1188976"/>
                  <a:pt x="1485900" y="1257300"/>
                </a:cubicBezTo>
                <a:cubicBezTo>
                  <a:pt x="1498600" y="1295400"/>
                  <a:pt x="1512358" y="1331383"/>
                  <a:pt x="1524000" y="1371600"/>
                </a:cubicBezTo>
                <a:cubicBezTo>
                  <a:pt x="1535642" y="1411817"/>
                  <a:pt x="1550458" y="1459442"/>
                  <a:pt x="1555750" y="1498600"/>
                </a:cubicBezTo>
                <a:cubicBezTo>
                  <a:pt x="1561042" y="1537758"/>
                  <a:pt x="1564217" y="1568450"/>
                  <a:pt x="1555750" y="1606550"/>
                </a:cubicBezTo>
                <a:cubicBezTo>
                  <a:pt x="1547283" y="1644650"/>
                  <a:pt x="1551679" y="1715518"/>
                  <a:pt x="1504950" y="1727200"/>
                </a:cubicBezTo>
                <a:cubicBezTo>
                  <a:pt x="1461381" y="1770769"/>
                  <a:pt x="1450975" y="1854200"/>
                  <a:pt x="1397000" y="1860550"/>
                </a:cubicBezTo>
                <a:cubicBezTo>
                  <a:pt x="1343025" y="1866900"/>
                  <a:pt x="1188701" y="1979858"/>
                  <a:pt x="1181100" y="1765300"/>
                </a:cubicBezTo>
                <a:cubicBezTo>
                  <a:pt x="1173499" y="1550742"/>
                  <a:pt x="1319838" y="835384"/>
                  <a:pt x="1351396" y="573201"/>
                </a:cubicBezTo>
                <a:cubicBezTo>
                  <a:pt x="1382954" y="311018"/>
                  <a:pt x="1379779" y="285617"/>
                  <a:pt x="1370446" y="192200"/>
                </a:cubicBezTo>
                <a:cubicBezTo>
                  <a:pt x="1361113" y="98783"/>
                  <a:pt x="1284817" y="0"/>
                  <a:pt x="1257300" y="0"/>
                </a:cubicBezTo>
                <a:cubicBezTo>
                  <a:pt x="1229783" y="0"/>
                  <a:pt x="1097396" y="76842"/>
                  <a:pt x="1084696" y="141400"/>
                </a:cubicBezTo>
                <a:cubicBezTo>
                  <a:pt x="1071996" y="205958"/>
                  <a:pt x="1158683" y="345300"/>
                  <a:pt x="1181100" y="387350"/>
                </a:cubicBezTo>
                <a:cubicBezTo>
                  <a:pt x="1203517" y="429400"/>
                  <a:pt x="1212850" y="391583"/>
                  <a:pt x="1219200" y="393700"/>
                </a:cubicBezTo>
                <a:cubicBezTo>
                  <a:pt x="1225550" y="395817"/>
                  <a:pt x="1219200" y="403225"/>
                  <a:pt x="1219200" y="400050"/>
                </a:cubicBezTo>
                <a:cubicBezTo>
                  <a:pt x="1219200" y="396875"/>
                  <a:pt x="1203325" y="355600"/>
                  <a:pt x="1219200" y="374650"/>
                </a:cubicBezTo>
                <a:cubicBezTo>
                  <a:pt x="1235075" y="393700"/>
                  <a:pt x="1230842" y="452967"/>
                  <a:pt x="1314450" y="514350"/>
                </a:cubicBezTo>
                <a:cubicBezTo>
                  <a:pt x="1398058" y="575733"/>
                  <a:pt x="1629833" y="691092"/>
                  <a:pt x="1720850" y="742950"/>
                </a:cubicBezTo>
                <a:cubicBezTo>
                  <a:pt x="1811867" y="794808"/>
                  <a:pt x="1827742" y="820208"/>
                  <a:pt x="1860550" y="825500"/>
                </a:cubicBezTo>
                <a:cubicBezTo>
                  <a:pt x="1893358" y="830792"/>
                  <a:pt x="1856664" y="847943"/>
                  <a:pt x="1917700" y="774700"/>
                </a:cubicBezTo>
                <a:cubicBezTo>
                  <a:pt x="1926167" y="753533"/>
                  <a:pt x="1937571" y="733317"/>
                  <a:pt x="1943100" y="711200"/>
                </a:cubicBezTo>
                <a:cubicBezTo>
                  <a:pt x="1962003" y="635589"/>
                  <a:pt x="1961584" y="595541"/>
                  <a:pt x="1930400" y="520700"/>
                </a:cubicBezTo>
                <a:cubicBezTo>
                  <a:pt x="1922259" y="501162"/>
                  <a:pt x="1909524" y="482203"/>
                  <a:pt x="1892300" y="469900"/>
                </a:cubicBezTo>
                <a:cubicBezTo>
                  <a:pt x="1878097" y="459755"/>
                  <a:pt x="1858433" y="461433"/>
                  <a:pt x="1841500" y="457200"/>
                </a:cubicBezTo>
                <a:cubicBezTo>
                  <a:pt x="1807633" y="465667"/>
                  <a:pt x="1771124" y="466988"/>
                  <a:pt x="1739900" y="482600"/>
                </a:cubicBezTo>
                <a:cubicBezTo>
                  <a:pt x="1726248" y="489426"/>
                  <a:pt x="1714500" y="515408"/>
                  <a:pt x="1714500" y="520700"/>
                </a:cubicBezTo>
                <a:cubicBezTo>
                  <a:pt x="1714500" y="525992"/>
                  <a:pt x="1769533" y="480483"/>
                  <a:pt x="1739900" y="514350"/>
                </a:cubicBezTo>
                <a:cubicBezTo>
                  <a:pt x="1690725" y="637286"/>
                  <a:pt x="1755775" y="665692"/>
                  <a:pt x="1784350" y="717550"/>
                </a:cubicBezTo>
                <a:cubicBezTo>
                  <a:pt x="1812925" y="769408"/>
                  <a:pt x="1838325" y="786342"/>
                  <a:pt x="1911350" y="825500"/>
                </a:cubicBezTo>
                <a:cubicBezTo>
                  <a:pt x="1984375" y="864658"/>
                  <a:pt x="2159000" y="897467"/>
                  <a:pt x="2222500" y="952500"/>
                </a:cubicBezTo>
                <a:cubicBezTo>
                  <a:pt x="2286000" y="1007533"/>
                  <a:pt x="2284942" y="1114425"/>
                  <a:pt x="2292350" y="1155700"/>
                </a:cubicBezTo>
                <a:cubicBezTo>
                  <a:pt x="2299758" y="1196975"/>
                  <a:pt x="2260600" y="1175808"/>
                  <a:pt x="2266950" y="1200150"/>
                </a:cubicBezTo>
                <a:cubicBezTo>
                  <a:pt x="2273300" y="1224492"/>
                  <a:pt x="2234163" y="1287995"/>
                  <a:pt x="2330450" y="1301750"/>
                </a:cubicBezTo>
                <a:cubicBezTo>
                  <a:pt x="2487836" y="1262404"/>
                  <a:pt x="2448549" y="1494801"/>
                  <a:pt x="2552700" y="1390650"/>
                </a:cubicBezTo>
                <a:cubicBezTo>
                  <a:pt x="2559393" y="1383957"/>
                  <a:pt x="2789767" y="1373717"/>
                  <a:pt x="2794000" y="1365250"/>
                </a:cubicBez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lumMod val="40000"/>
                <a:lumOff val="6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75FD528-E08C-9174-0F45-100C42ED6126}"/>
              </a:ext>
            </a:extLst>
          </p:cNvPr>
          <p:cNvSpPr/>
          <p:nvPr/>
        </p:nvSpPr>
        <p:spPr>
          <a:xfrm>
            <a:off x="13257200" y="4702440"/>
            <a:ext cx="417946" cy="406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noFill/>
          </a:ln>
          <a:effectLst>
            <a:glow rad="63500">
              <a:schemeClr val="accent5">
                <a:lumMod val="40000"/>
                <a:lumOff val="6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0" h="0"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352697" y="156754"/>
            <a:ext cx="113908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skerville Old Face" panose="02020602080505020303" pitchFamily="18" charset="0"/>
              </a:rPr>
              <a:t>JSS ACADEMY OF HIGHER EDUCATION AND RESEARCH</a:t>
            </a:r>
            <a:endParaRPr lang="en-US" sz="48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54859" y="855618"/>
            <a:ext cx="8373290" cy="587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skerville Old Face" panose="02020602080505020303" pitchFamily="18" charset="0"/>
              </a:rPr>
              <a:t>Department of Biotechnology and Bioinformatics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</a:rPr>
              <a:t> 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076336" y="1627977"/>
            <a:ext cx="5159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skerville Old Face" panose="02020602080505020303" pitchFamily="18" charset="0"/>
              </a:rPr>
              <a:t>IMMUNOINFORMATICS</a:t>
            </a:r>
            <a:endParaRPr lang="en-US" sz="3200" dirty="0"/>
          </a:p>
        </p:txBody>
      </p:sp>
      <p:sp>
        <p:nvSpPr>
          <p:cNvPr id="12" name="TextBox 11"/>
          <p:cNvSpPr txBox="1"/>
          <p:nvPr/>
        </p:nvSpPr>
        <p:spPr>
          <a:xfrm>
            <a:off x="148160" y="4015394"/>
            <a:ext cx="7850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Course Co-</a:t>
            </a:r>
            <a:r>
              <a:rPr lang="en-US" sz="2800" dirty="0" err="1">
                <a:solidFill>
                  <a:schemeClr val="bg1"/>
                </a:solidFill>
                <a:latin typeface="Baskerville Old Face" panose="02020602080505020303" pitchFamily="18" charset="0"/>
              </a:rPr>
              <a:t>ordinator</a:t>
            </a:r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: Kiran Kumar M N</a:t>
            </a:r>
            <a:endParaRPr lang="en-US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148160" y="4702441"/>
            <a:ext cx="51728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skerville Old Face" panose="02020602080505020303" pitchFamily="18" charset="0"/>
              </a:rPr>
              <a:t>Presented by: Sandhya Elumalai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29219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05104F6-C26D-F1DF-E643-2CE3FC536E40}"/>
              </a:ext>
            </a:extLst>
          </p:cNvPr>
          <p:cNvSpPr/>
          <p:nvPr/>
        </p:nvSpPr>
        <p:spPr>
          <a:xfrm>
            <a:off x="3308350" y="3086100"/>
            <a:ext cx="2579254" cy="2133600"/>
          </a:xfrm>
          <a:custGeom>
            <a:avLst/>
            <a:gdLst>
              <a:gd name="csX0" fmla="*/ 203200 w 2579254"/>
              <a:gd name="csY0" fmla="*/ 0 h 2133600"/>
              <a:gd name="csX1" fmla="*/ 101600 w 2579254"/>
              <a:gd name="csY1" fmla="*/ 139700 h 2133600"/>
              <a:gd name="csX2" fmla="*/ 63500 w 2579254"/>
              <a:gd name="csY2" fmla="*/ 203200 h 2133600"/>
              <a:gd name="csX3" fmla="*/ 38100 w 2579254"/>
              <a:gd name="csY3" fmla="*/ 279400 h 2133600"/>
              <a:gd name="csX4" fmla="*/ 0 w 2579254"/>
              <a:gd name="csY4" fmla="*/ 419100 h 2133600"/>
              <a:gd name="csX5" fmla="*/ 88900 w 2579254"/>
              <a:gd name="csY5" fmla="*/ 546100 h 2133600"/>
              <a:gd name="csX6" fmla="*/ 127000 w 2579254"/>
              <a:gd name="csY6" fmla="*/ 596900 h 2133600"/>
              <a:gd name="csX7" fmla="*/ 165100 w 2579254"/>
              <a:gd name="csY7" fmla="*/ 609600 h 2133600"/>
              <a:gd name="csX8" fmla="*/ 279400 w 2579254"/>
              <a:gd name="csY8" fmla="*/ 660400 h 2133600"/>
              <a:gd name="csX9" fmla="*/ 368300 w 2579254"/>
              <a:gd name="csY9" fmla="*/ 673100 h 2133600"/>
              <a:gd name="csX10" fmla="*/ 609600 w 2579254"/>
              <a:gd name="csY10" fmla="*/ 685800 h 2133600"/>
              <a:gd name="csX11" fmla="*/ 736600 w 2579254"/>
              <a:gd name="csY11" fmla="*/ 711200 h 2133600"/>
              <a:gd name="csX12" fmla="*/ 952500 w 2579254"/>
              <a:gd name="csY12" fmla="*/ 939800 h 2133600"/>
              <a:gd name="csX13" fmla="*/ 1003300 w 2579254"/>
              <a:gd name="csY13" fmla="*/ 1066800 h 2133600"/>
              <a:gd name="csX14" fmla="*/ 977900 w 2579254"/>
              <a:gd name="csY14" fmla="*/ 1295400 h 2133600"/>
              <a:gd name="csX15" fmla="*/ 939800 w 2579254"/>
              <a:gd name="csY15" fmla="*/ 1308100 h 2133600"/>
              <a:gd name="csX16" fmla="*/ 850900 w 2579254"/>
              <a:gd name="csY16" fmla="*/ 1295400 h 2133600"/>
              <a:gd name="csX17" fmla="*/ 812800 w 2579254"/>
              <a:gd name="csY17" fmla="*/ 1270000 h 2133600"/>
              <a:gd name="csX18" fmla="*/ 723900 w 2579254"/>
              <a:gd name="csY18" fmla="*/ 1231900 h 2133600"/>
              <a:gd name="csX19" fmla="*/ 609600 w 2579254"/>
              <a:gd name="csY19" fmla="*/ 1092200 h 2133600"/>
              <a:gd name="csX20" fmla="*/ 596900 w 2579254"/>
              <a:gd name="csY20" fmla="*/ 1028700 h 2133600"/>
              <a:gd name="csX21" fmla="*/ 622300 w 2579254"/>
              <a:gd name="csY21" fmla="*/ 812800 h 2133600"/>
              <a:gd name="csX22" fmla="*/ 647700 w 2579254"/>
              <a:gd name="csY22" fmla="*/ 749300 h 2133600"/>
              <a:gd name="csX23" fmla="*/ 863600 w 2579254"/>
              <a:gd name="csY23" fmla="*/ 622300 h 2133600"/>
              <a:gd name="csX24" fmla="*/ 952500 w 2579254"/>
              <a:gd name="csY24" fmla="*/ 596900 h 2133600"/>
              <a:gd name="csX25" fmla="*/ 1054100 w 2579254"/>
              <a:gd name="csY25" fmla="*/ 546100 h 2133600"/>
              <a:gd name="csX26" fmla="*/ 1168400 w 2579254"/>
              <a:gd name="csY26" fmla="*/ 482600 h 2133600"/>
              <a:gd name="csX27" fmla="*/ 1282700 w 2579254"/>
              <a:gd name="csY27" fmla="*/ 393700 h 2133600"/>
              <a:gd name="csX28" fmla="*/ 1282700 w 2579254"/>
              <a:gd name="csY28" fmla="*/ 127000 h 2133600"/>
              <a:gd name="csX29" fmla="*/ 1206500 w 2579254"/>
              <a:gd name="csY29" fmla="*/ 63500 h 2133600"/>
              <a:gd name="csX30" fmla="*/ 1104900 w 2579254"/>
              <a:gd name="csY30" fmla="*/ 38100 h 2133600"/>
              <a:gd name="csX31" fmla="*/ 927100 w 2579254"/>
              <a:gd name="csY31" fmla="*/ 88900 h 2133600"/>
              <a:gd name="csX32" fmla="*/ 863600 w 2579254"/>
              <a:gd name="csY32" fmla="*/ 127000 h 2133600"/>
              <a:gd name="csX33" fmla="*/ 876300 w 2579254"/>
              <a:gd name="csY33" fmla="*/ 444500 h 2133600"/>
              <a:gd name="csX34" fmla="*/ 1003300 w 2579254"/>
              <a:gd name="csY34" fmla="*/ 609600 h 2133600"/>
              <a:gd name="csX35" fmla="*/ 1155700 w 2579254"/>
              <a:gd name="csY35" fmla="*/ 736600 h 2133600"/>
              <a:gd name="csX36" fmla="*/ 1193800 w 2579254"/>
              <a:gd name="csY36" fmla="*/ 762000 h 2133600"/>
              <a:gd name="csX37" fmla="*/ 1257300 w 2579254"/>
              <a:gd name="csY37" fmla="*/ 838200 h 2133600"/>
              <a:gd name="csX38" fmla="*/ 1346200 w 2579254"/>
              <a:gd name="csY38" fmla="*/ 927100 h 2133600"/>
              <a:gd name="csX39" fmla="*/ 1384300 w 2579254"/>
              <a:gd name="csY39" fmla="*/ 990600 h 2133600"/>
              <a:gd name="csX40" fmla="*/ 1422400 w 2579254"/>
              <a:gd name="csY40" fmla="*/ 1041400 h 2133600"/>
              <a:gd name="csX41" fmla="*/ 1435100 w 2579254"/>
              <a:gd name="csY41" fmla="*/ 1079500 h 2133600"/>
              <a:gd name="csX42" fmla="*/ 1397000 w 2579254"/>
              <a:gd name="csY42" fmla="*/ 1752600 h 2133600"/>
              <a:gd name="csX43" fmla="*/ 1346200 w 2579254"/>
              <a:gd name="csY43" fmla="*/ 1930400 h 2133600"/>
              <a:gd name="csX44" fmla="*/ 1308100 w 2579254"/>
              <a:gd name="csY44" fmla="*/ 1968500 h 2133600"/>
              <a:gd name="csX45" fmla="*/ 1206500 w 2579254"/>
              <a:gd name="csY45" fmla="*/ 1930400 h 2133600"/>
              <a:gd name="csX46" fmla="*/ 1155700 w 2579254"/>
              <a:gd name="csY46" fmla="*/ 1892300 h 2133600"/>
              <a:gd name="csX47" fmla="*/ 1092200 w 2579254"/>
              <a:gd name="csY47" fmla="*/ 1854200 h 2133600"/>
              <a:gd name="csX48" fmla="*/ 1041400 w 2579254"/>
              <a:gd name="csY48" fmla="*/ 1739900 h 2133600"/>
              <a:gd name="csX49" fmla="*/ 1092200 w 2579254"/>
              <a:gd name="csY49" fmla="*/ 1612900 h 2133600"/>
              <a:gd name="csX50" fmla="*/ 1536700 w 2579254"/>
              <a:gd name="csY50" fmla="*/ 1447800 h 2133600"/>
              <a:gd name="csX51" fmla="*/ 1676400 w 2579254"/>
              <a:gd name="csY51" fmla="*/ 1473200 h 2133600"/>
              <a:gd name="csX52" fmla="*/ 2120900 w 2579254"/>
              <a:gd name="csY52" fmla="*/ 1244600 h 2133600"/>
              <a:gd name="csX53" fmla="*/ 2222500 w 2579254"/>
              <a:gd name="csY53" fmla="*/ 1143000 h 2133600"/>
              <a:gd name="csX54" fmla="*/ 2235200 w 2579254"/>
              <a:gd name="csY54" fmla="*/ 1041400 h 2133600"/>
              <a:gd name="csX55" fmla="*/ 2044700 w 2579254"/>
              <a:gd name="csY55" fmla="*/ 838200 h 2133600"/>
              <a:gd name="csX56" fmla="*/ 2006600 w 2579254"/>
              <a:gd name="csY56" fmla="*/ 825500 h 2133600"/>
              <a:gd name="csX57" fmla="*/ 1905000 w 2579254"/>
              <a:gd name="csY57" fmla="*/ 850900 h 2133600"/>
              <a:gd name="csX58" fmla="*/ 1790700 w 2579254"/>
              <a:gd name="csY58" fmla="*/ 1028700 h 2133600"/>
              <a:gd name="csX59" fmla="*/ 1803400 w 2579254"/>
              <a:gd name="csY59" fmla="*/ 1244600 h 2133600"/>
              <a:gd name="csX60" fmla="*/ 1905000 w 2579254"/>
              <a:gd name="csY60" fmla="*/ 1397000 h 2133600"/>
              <a:gd name="csX61" fmla="*/ 1993900 w 2579254"/>
              <a:gd name="csY61" fmla="*/ 1511300 h 2133600"/>
              <a:gd name="csX62" fmla="*/ 2146300 w 2579254"/>
              <a:gd name="csY62" fmla="*/ 1676400 h 2133600"/>
              <a:gd name="csX63" fmla="*/ 2171700 w 2579254"/>
              <a:gd name="csY63" fmla="*/ 1765300 h 2133600"/>
              <a:gd name="csX64" fmla="*/ 2197100 w 2579254"/>
              <a:gd name="csY64" fmla="*/ 1828800 h 2133600"/>
              <a:gd name="csX65" fmla="*/ 2120900 w 2579254"/>
              <a:gd name="csY65" fmla="*/ 2120900 h 2133600"/>
              <a:gd name="csX66" fmla="*/ 2044700 w 2579254"/>
              <a:gd name="csY66" fmla="*/ 2133600 h 2133600"/>
              <a:gd name="csX67" fmla="*/ 1866900 w 2579254"/>
              <a:gd name="csY67" fmla="*/ 2095500 h 2133600"/>
              <a:gd name="csX68" fmla="*/ 1816100 w 2579254"/>
              <a:gd name="csY68" fmla="*/ 2057400 h 2133600"/>
              <a:gd name="csX69" fmla="*/ 1765300 w 2579254"/>
              <a:gd name="csY69" fmla="*/ 2032000 h 2133600"/>
              <a:gd name="csX70" fmla="*/ 1778000 w 2579254"/>
              <a:gd name="csY70" fmla="*/ 1943100 h 2133600"/>
              <a:gd name="csX71" fmla="*/ 1892300 w 2579254"/>
              <a:gd name="csY71" fmla="*/ 1841500 h 2133600"/>
              <a:gd name="csX72" fmla="*/ 2311400 w 2579254"/>
              <a:gd name="csY72" fmla="*/ 1739900 h 2133600"/>
              <a:gd name="csX73" fmla="*/ 2400300 w 2579254"/>
              <a:gd name="csY73" fmla="*/ 1701800 h 2133600"/>
              <a:gd name="csX74" fmla="*/ 2476500 w 2579254"/>
              <a:gd name="csY74" fmla="*/ 1689100 h 2133600"/>
              <a:gd name="csX75" fmla="*/ 2514600 w 2579254"/>
              <a:gd name="csY75" fmla="*/ 1663700 h 2133600"/>
              <a:gd name="csX76" fmla="*/ 2552700 w 2579254"/>
              <a:gd name="csY76" fmla="*/ 1651000 h 2133600"/>
              <a:gd name="csX77" fmla="*/ 2578100 w 2579254"/>
              <a:gd name="csY77" fmla="*/ 1562100 h 2133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</a:cxnLst>
            <a:rect l="l" t="t" r="r" b="b"/>
            <a:pathLst>
              <a:path w="2579254" h="2133600">
                <a:moveTo>
                  <a:pt x="203200" y="0"/>
                </a:moveTo>
                <a:cubicBezTo>
                  <a:pt x="146321" y="71099"/>
                  <a:pt x="152806" y="59234"/>
                  <a:pt x="101600" y="139700"/>
                </a:cubicBezTo>
                <a:cubicBezTo>
                  <a:pt x="88348" y="160525"/>
                  <a:pt x="73714" y="180728"/>
                  <a:pt x="63500" y="203200"/>
                </a:cubicBezTo>
                <a:cubicBezTo>
                  <a:pt x="52421" y="227574"/>
                  <a:pt x="45974" y="253810"/>
                  <a:pt x="38100" y="279400"/>
                </a:cubicBezTo>
                <a:cubicBezTo>
                  <a:pt x="17970" y="344823"/>
                  <a:pt x="14474" y="361202"/>
                  <a:pt x="0" y="419100"/>
                </a:cubicBezTo>
                <a:cubicBezTo>
                  <a:pt x="23067" y="511368"/>
                  <a:pt x="-3048" y="443936"/>
                  <a:pt x="88900" y="546100"/>
                </a:cubicBezTo>
                <a:cubicBezTo>
                  <a:pt x="103060" y="561833"/>
                  <a:pt x="110739" y="583349"/>
                  <a:pt x="127000" y="596900"/>
                </a:cubicBezTo>
                <a:cubicBezTo>
                  <a:pt x="137284" y="605470"/>
                  <a:pt x="152743" y="604451"/>
                  <a:pt x="165100" y="609600"/>
                </a:cubicBezTo>
                <a:cubicBezTo>
                  <a:pt x="203586" y="625636"/>
                  <a:pt x="239604" y="647964"/>
                  <a:pt x="279400" y="660400"/>
                </a:cubicBezTo>
                <a:cubicBezTo>
                  <a:pt x="307972" y="669329"/>
                  <a:pt x="338454" y="670804"/>
                  <a:pt x="368300" y="673100"/>
                </a:cubicBezTo>
                <a:cubicBezTo>
                  <a:pt x="448607" y="679277"/>
                  <a:pt x="529167" y="681567"/>
                  <a:pt x="609600" y="685800"/>
                </a:cubicBezTo>
                <a:cubicBezTo>
                  <a:pt x="651933" y="694267"/>
                  <a:pt x="698772" y="690395"/>
                  <a:pt x="736600" y="711200"/>
                </a:cubicBezTo>
                <a:cubicBezTo>
                  <a:pt x="796235" y="743999"/>
                  <a:pt x="916130" y="876979"/>
                  <a:pt x="952500" y="939800"/>
                </a:cubicBezTo>
                <a:cubicBezTo>
                  <a:pt x="975344" y="979259"/>
                  <a:pt x="1003300" y="1066800"/>
                  <a:pt x="1003300" y="1066800"/>
                </a:cubicBezTo>
                <a:cubicBezTo>
                  <a:pt x="1014443" y="1167085"/>
                  <a:pt x="1034400" y="1201233"/>
                  <a:pt x="977900" y="1295400"/>
                </a:cubicBezTo>
                <a:cubicBezTo>
                  <a:pt x="971012" y="1306879"/>
                  <a:pt x="952500" y="1303867"/>
                  <a:pt x="939800" y="1308100"/>
                </a:cubicBezTo>
                <a:cubicBezTo>
                  <a:pt x="910167" y="1303867"/>
                  <a:pt x="879572" y="1304002"/>
                  <a:pt x="850900" y="1295400"/>
                </a:cubicBezTo>
                <a:cubicBezTo>
                  <a:pt x="836280" y="1291014"/>
                  <a:pt x="826052" y="1277573"/>
                  <a:pt x="812800" y="1270000"/>
                </a:cubicBezTo>
                <a:cubicBezTo>
                  <a:pt x="768858" y="1244891"/>
                  <a:pt x="766644" y="1246148"/>
                  <a:pt x="723900" y="1231900"/>
                </a:cubicBezTo>
                <a:cubicBezTo>
                  <a:pt x="646042" y="1154042"/>
                  <a:pt x="628164" y="1166455"/>
                  <a:pt x="609600" y="1092200"/>
                </a:cubicBezTo>
                <a:cubicBezTo>
                  <a:pt x="604365" y="1071259"/>
                  <a:pt x="601133" y="1049867"/>
                  <a:pt x="596900" y="1028700"/>
                </a:cubicBezTo>
                <a:cubicBezTo>
                  <a:pt x="602689" y="953439"/>
                  <a:pt x="598822" y="883235"/>
                  <a:pt x="622300" y="812800"/>
                </a:cubicBezTo>
                <a:cubicBezTo>
                  <a:pt x="629509" y="791173"/>
                  <a:pt x="632449" y="766245"/>
                  <a:pt x="647700" y="749300"/>
                </a:cubicBezTo>
                <a:cubicBezTo>
                  <a:pt x="687326" y="705271"/>
                  <a:pt x="818125" y="641025"/>
                  <a:pt x="863600" y="622300"/>
                </a:cubicBezTo>
                <a:cubicBezTo>
                  <a:pt x="892098" y="610566"/>
                  <a:pt x="923885" y="608346"/>
                  <a:pt x="952500" y="596900"/>
                </a:cubicBezTo>
                <a:cubicBezTo>
                  <a:pt x="987656" y="582838"/>
                  <a:pt x="1020636" y="563816"/>
                  <a:pt x="1054100" y="546100"/>
                </a:cubicBezTo>
                <a:cubicBezTo>
                  <a:pt x="1092620" y="525707"/>
                  <a:pt x="1132135" y="506777"/>
                  <a:pt x="1168400" y="482600"/>
                </a:cubicBezTo>
                <a:cubicBezTo>
                  <a:pt x="1208561" y="455826"/>
                  <a:pt x="1282700" y="393700"/>
                  <a:pt x="1282700" y="393700"/>
                </a:cubicBezTo>
                <a:cubicBezTo>
                  <a:pt x="1301449" y="299953"/>
                  <a:pt x="1319572" y="237616"/>
                  <a:pt x="1282700" y="127000"/>
                </a:cubicBezTo>
                <a:cubicBezTo>
                  <a:pt x="1272244" y="95633"/>
                  <a:pt x="1236073" y="78286"/>
                  <a:pt x="1206500" y="63500"/>
                </a:cubicBezTo>
                <a:cubicBezTo>
                  <a:pt x="1175276" y="47888"/>
                  <a:pt x="1138767" y="46567"/>
                  <a:pt x="1104900" y="38100"/>
                </a:cubicBezTo>
                <a:cubicBezTo>
                  <a:pt x="1045633" y="55033"/>
                  <a:pt x="984938" y="67591"/>
                  <a:pt x="927100" y="88900"/>
                </a:cubicBezTo>
                <a:cubicBezTo>
                  <a:pt x="903938" y="97434"/>
                  <a:pt x="867091" y="102564"/>
                  <a:pt x="863600" y="127000"/>
                </a:cubicBezTo>
                <a:cubicBezTo>
                  <a:pt x="848621" y="231853"/>
                  <a:pt x="859434" y="339933"/>
                  <a:pt x="876300" y="444500"/>
                </a:cubicBezTo>
                <a:cubicBezTo>
                  <a:pt x="880781" y="472285"/>
                  <a:pt x="994132" y="600941"/>
                  <a:pt x="1003300" y="609600"/>
                </a:cubicBezTo>
                <a:cubicBezTo>
                  <a:pt x="1051375" y="655004"/>
                  <a:pt x="1100679" y="699919"/>
                  <a:pt x="1155700" y="736600"/>
                </a:cubicBezTo>
                <a:cubicBezTo>
                  <a:pt x="1168400" y="745067"/>
                  <a:pt x="1183007" y="751207"/>
                  <a:pt x="1193800" y="762000"/>
                </a:cubicBezTo>
                <a:cubicBezTo>
                  <a:pt x="1217179" y="785379"/>
                  <a:pt x="1234874" y="813905"/>
                  <a:pt x="1257300" y="838200"/>
                </a:cubicBezTo>
                <a:cubicBezTo>
                  <a:pt x="1285725" y="868994"/>
                  <a:pt x="1319371" y="894905"/>
                  <a:pt x="1346200" y="927100"/>
                </a:cubicBezTo>
                <a:cubicBezTo>
                  <a:pt x="1362003" y="946063"/>
                  <a:pt x="1370608" y="970061"/>
                  <a:pt x="1384300" y="990600"/>
                </a:cubicBezTo>
                <a:cubicBezTo>
                  <a:pt x="1396041" y="1008212"/>
                  <a:pt x="1409700" y="1024467"/>
                  <a:pt x="1422400" y="1041400"/>
                </a:cubicBezTo>
                <a:cubicBezTo>
                  <a:pt x="1426633" y="1054100"/>
                  <a:pt x="1435100" y="1066113"/>
                  <a:pt x="1435100" y="1079500"/>
                </a:cubicBezTo>
                <a:cubicBezTo>
                  <a:pt x="1435100" y="2009423"/>
                  <a:pt x="1466146" y="1406872"/>
                  <a:pt x="1397000" y="1752600"/>
                </a:cubicBezTo>
                <a:cubicBezTo>
                  <a:pt x="1378650" y="1844352"/>
                  <a:pt x="1397267" y="1845289"/>
                  <a:pt x="1346200" y="1930400"/>
                </a:cubicBezTo>
                <a:cubicBezTo>
                  <a:pt x="1336959" y="1945801"/>
                  <a:pt x="1320800" y="1955800"/>
                  <a:pt x="1308100" y="1968500"/>
                </a:cubicBezTo>
                <a:cubicBezTo>
                  <a:pt x="1274233" y="1955800"/>
                  <a:pt x="1238851" y="1946576"/>
                  <a:pt x="1206500" y="1930400"/>
                </a:cubicBezTo>
                <a:cubicBezTo>
                  <a:pt x="1187568" y="1920934"/>
                  <a:pt x="1173312" y="1904041"/>
                  <a:pt x="1155700" y="1892300"/>
                </a:cubicBezTo>
                <a:cubicBezTo>
                  <a:pt x="1135161" y="1878608"/>
                  <a:pt x="1113367" y="1866900"/>
                  <a:pt x="1092200" y="1854200"/>
                </a:cubicBezTo>
                <a:cubicBezTo>
                  <a:pt x="1081854" y="1833508"/>
                  <a:pt x="1043427" y="1760169"/>
                  <a:pt x="1041400" y="1739900"/>
                </a:cubicBezTo>
                <a:cubicBezTo>
                  <a:pt x="1037896" y="1704858"/>
                  <a:pt x="1067060" y="1634688"/>
                  <a:pt x="1092200" y="1612900"/>
                </a:cubicBezTo>
                <a:cubicBezTo>
                  <a:pt x="1255023" y="1471786"/>
                  <a:pt x="1303232" y="1498554"/>
                  <a:pt x="1536700" y="1447800"/>
                </a:cubicBezTo>
                <a:cubicBezTo>
                  <a:pt x="1583267" y="1456267"/>
                  <a:pt x="1629932" y="1482194"/>
                  <a:pt x="1676400" y="1473200"/>
                </a:cubicBezTo>
                <a:cubicBezTo>
                  <a:pt x="1824758" y="1444486"/>
                  <a:pt x="2002243" y="1337462"/>
                  <a:pt x="2120900" y="1244600"/>
                </a:cubicBezTo>
                <a:cubicBezTo>
                  <a:pt x="2158617" y="1215082"/>
                  <a:pt x="2188633" y="1176867"/>
                  <a:pt x="2222500" y="1143000"/>
                </a:cubicBezTo>
                <a:cubicBezTo>
                  <a:pt x="2226733" y="1109133"/>
                  <a:pt x="2246559" y="1073584"/>
                  <a:pt x="2235200" y="1041400"/>
                </a:cubicBezTo>
                <a:cubicBezTo>
                  <a:pt x="2214678" y="983255"/>
                  <a:pt x="2093116" y="873412"/>
                  <a:pt x="2044700" y="838200"/>
                </a:cubicBezTo>
                <a:cubicBezTo>
                  <a:pt x="2033873" y="830326"/>
                  <a:pt x="2019300" y="829733"/>
                  <a:pt x="2006600" y="825500"/>
                </a:cubicBezTo>
                <a:cubicBezTo>
                  <a:pt x="1972733" y="833967"/>
                  <a:pt x="1934365" y="832023"/>
                  <a:pt x="1905000" y="850900"/>
                </a:cubicBezTo>
                <a:cubicBezTo>
                  <a:pt x="1837931" y="894016"/>
                  <a:pt x="1819300" y="961967"/>
                  <a:pt x="1790700" y="1028700"/>
                </a:cubicBezTo>
                <a:cubicBezTo>
                  <a:pt x="1794933" y="1100667"/>
                  <a:pt x="1782032" y="1175748"/>
                  <a:pt x="1803400" y="1244600"/>
                </a:cubicBezTo>
                <a:cubicBezTo>
                  <a:pt x="1821496" y="1302910"/>
                  <a:pt x="1869513" y="1347318"/>
                  <a:pt x="1905000" y="1397000"/>
                </a:cubicBezTo>
                <a:cubicBezTo>
                  <a:pt x="1933055" y="1436277"/>
                  <a:pt x="1961965" y="1475107"/>
                  <a:pt x="1993900" y="1511300"/>
                </a:cubicBezTo>
                <a:cubicBezTo>
                  <a:pt x="2252687" y="1804592"/>
                  <a:pt x="1987467" y="1477858"/>
                  <a:pt x="2146300" y="1676400"/>
                </a:cubicBezTo>
                <a:cubicBezTo>
                  <a:pt x="2154767" y="1706033"/>
                  <a:pt x="2161954" y="1736062"/>
                  <a:pt x="2171700" y="1765300"/>
                </a:cubicBezTo>
                <a:cubicBezTo>
                  <a:pt x="2178909" y="1786927"/>
                  <a:pt x="2196151" y="1806023"/>
                  <a:pt x="2197100" y="1828800"/>
                </a:cubicBezTo>
                <a:cubicBezTo>
                  <a:pt x="2202506" y="1958549"/>
                  <a:pt x="2240722" y="2066436"/>
                  <a:pt x="2120900" y="2120900"/>
                </a:cubicBezTo>
                <a:cubicBezTo>
                  <a:pt x="2097458" y="2131556"/>
                  <a:pt x="2070100" y="2129367"/>
                  <a:pt x="2044700" y="2133600"/>
                </a:cubicBezTo>
                <a:cubicBezTo>
                  <a:pt x="1978049" y="2125269"/>
                  <a:pt x="1927222" y="2125661"/>
                  <a:pt x="1866900" y="2095500"/>
                </a:cubicBezTo>
                <a:cubicBezTo>
                  <a:pt x="1847968" y="2086034"/>
                  <a:pt x="1834049" y="2068618"/>
                  <a:pt x="1816100" y="2057400"/>
                </a:cubicBezTo>
                <a:cubicBezTo>
                  <a:pt x="1800046" y="2047366"/>
                  <a:pt x="1782233" y="2040467"/>
                  <a:pt x="1765300" y="2032000"/>
                </a:cubicBezTo>
                <a:cubicBezTo>
                  <a:pt x="1769533" y="2002367"/>
                  <a:pt x="1761396" y="1968007"/>
                  <a:pt x="1778000" y="1943100"/>
                </a:cubicBezTo>
                <a:cubicBezTo>
                  <a:pt x="1806276" y="1900685"/>
                  <a:pt x="1846413" y="1863703"/>
                  <a:pt x="1892300" y="1841500"/>
                </a:cubicBezTo>
                <a:cubicBezTo>
                  <a:pt x="2079664" y="1750840"/>
                  <a:pt x="2139718" y="1755507"/>
                  <a:pt x="2311400" y="1739900"/>
                </a:cubicBezTo>
                <a:cubicBezTo>
                  <a:pt x="2341033" y="1727200"/>
                  <a:pt x="2369486" y="1711281"/>
                  <a:pt x="2400300" y="1701800"/>
                </a:cubicBezTo>
                <a:cubicBezTo>
                  <a:pt x="2424912" y="1694227"/>
                  <a:pt x="2452071" y="1697243"/>
                  <a:pt x="2476500" y="1689100"/>
                </a:cubicBezTo>
                <a:cubicBezTo>
                  <a:pt x="2490980" y="1684273"/>
                  <a:pt x="2500948" y="1670526"/>
                  <a:pt x="2514600" y="1663700"/>
                </a:cubicBezTo>
                <a:cubicBezTo>
                  <a:pt x="2526574" y="1657713"/>
                  <a:pt x="2540000" y="1655233"/>
                  <a:pt x="2552700" y="1651000"/>
                </a:cubicBezTo>
                <a:cubicBezTo>
                  <a:pt x="2587493" y="1598811"/>
                  <a:pt x="2578100" y="1628164"/>
                  <a:pt x="2578100" y="1562100"/>
                </a:cubicBezTo>
              </a:path>
            </a:pathLst>
          </a:custGeom>
          <a:noFill/>
          <a:ln w="57150">
            <a:solidFill>
              <a:schemeClr val="accent1">
                <a:lumMod val="75000"/>
              </a:schemeClr>
            </a:solidFill>
          </a:ln>
          <a:effectLst>
            <a:glow rad="63500">
              <a:schemeClr val="accent5">
                <a:lumMod val="40000"/>
                <a:lumOff val="6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5E9B0A-05CF-4CF9-6E24-014F5C5BBFE9}"/>
              </a:ext>
            </a:extLst>
          </p:cNvPr>
          <p:cNvSpPr/>
          <p:nvPr/>
        </p:nvSpPr>
        <p:spPr>
          <a:xfrm>
            <a:off x="6305550" y="3744800"/>
            <a:ext cx="2578100" cy="1600200"/>
          </a:xfrm>
          <a:custGeom>
            <a:avLst/>
            <a:gdLst>
              <a:gd name="csX0" fmla="*/ 0 w 2578100"/>
              <a:gd name="csY0" fmla="*/ 914400 h 1600200"/>
              <a:gd name="csX1" fmla="*/ 38100 w 2578100"/>
              <a:gd name="csY1" fmla="*/ 850900 h 1600200"/>
              <a:gd name="csX2" fmla="*/ 127000 w 2578100"/>
              <a:gd name="csY2" fmla="*/ 863600 h 1600200"/>
              <a:gd name="csX3" fmla="*/ 165100 w 2578100"/>
              <a:gd name="csY3" fmla="*/ 876300 h 1600200"/>
              <a:gd name="csX4" fmla="*/ 215900 w 2578100"/>
              <a:gd name="csY4" fmla="*/ 901700 h 1600200"/>
              <a:gd name="csX5" fmla="*/ 254000 w 2578100"/>
              <a:gd name="csY5" fmla="*/ 952500 h 1600200"/>
              <a:gd name="csX6" fmla="*/ 292100 w 2578100"/>
              <a:gd name="csY6" fmla="*/ 990600 h 1600200"/>
              <a:gd name="csX7" fmla="*/ 419100 w 2578100"/>
              <a:gd name="csY7" fmla="*/ 1092200 h 1600200"/>
              <a:gd name="csX8" fmla="*/ 698500 w 2578100"/>
              <a:gd name="csY8" fmla="*/ 1079500 h 1600200"/>
              <a:gd name="csX9" fmla="*/ 787400 w 2578100"/>
              <a:gd name="csY9" fmla="*/ 1054100 h 1600200"/>
              <a:gd name="csX10" fmla="*/ 901700 w 2578100"/>
              <a:gd name="csY10" fmla="*/ 1016000 h 1600200"/>
              <a:gd name="csX11" fmla="*/ 1079500 w 2578100"/>
              <a:gd name="csY11" fmla="*/ 863600 h 1600200"/>
              <a:gd name="csX12" fmla="*/ 1168400 w 2578100"/>
              <a:gd name="csY12" fmla="*/ 723900 h 1600200"/>
              <a:gd name="csX13" fmla="*/ 1092200 w 2578100"/>
              <a:gd name="csY13" fmla="*/ 215900 h 1600200"/>
              <a:gd name="csX14" fmla="*/ 990600 w 2578100"/>
              <a:gd name="csY14" fmla="*/ 127000 h 1600200"/>
              <a:gd name="csX15" fmla="*/ 787400 w 2578100"/>
              <a:gd name="csY15" fmla="*/ 0 h 1600200"/>
              <a:gd name="csX16" fmla="*/ 698500 w 2578100"/>
              <a:gd name="csY16" fmla="*/ 12700 h 1600200"/>
              <a:gd name="csX17" fmla="*/ 673100 w 2578100"/>
              <a:gd name="csY17" fmla="*/ 76200 h 1600200"/>
              <a:gd name="csX18" fmla="*/ 698500 w 2578100"/>
              <a:gd name="csY18" fmla="*/ 406400 h 1600200"/>
              <a:gd name="csX19" fmla="*/ 787400 w 2578100"/>
              <a:gd name="csY19" fmla="*/ 546100 h 1600200"/>
              <a:gd name="csX20" fmla="*/ 876300 w 2578100"/>
              <a:gd name="csY20" fmla="*/ 647700 h 1600200"/>
              <a:gd name="csX21" fmla="*/ 914400 w 2578100"/>
              <a:gd name="csY21" fmla="*/ 660400 h 1600200"/>
              <a:gd name="csX22" fmla="*/ 990600 w 2578100"/>
              <a:gd name="csY22" fmla="*/ 673100 h 1600200"/>
              <a:gd name="csX23" fmla="*/ 1244600 w 2578100"/>
              <a:gd name="csY23" fmla="*/ 749300 h 1600200"/>
              <a:gd name="csX24" fmla="*/ 1384300 w 2578100"/>
              <a:gd name="csY24" fmla="*/ 863600 h 1600200"/>
              <a:gd name="csX25" fmla="*/ 1562100 w 2578100"/>
              <a:gd name="csY25" fmla="*/ 1054100 h 1600200"/>
              <a:gd name="csX26" fmla="*/ 1600200 w 2578100"/>
              <a:gd name="csY26" fmla="*/ 1168400 h 1600200"/>
              <a:gd name="csX27" fmla="*/ 1574800 w 2578100"/>
              <a:gd name="csY27" fmla="*/ 1333500 h 1600200"/>
              <a:gd name="csX28" fmla="*/ 1524000 w 2578100"/>
              <a:gd name="csY28" fmla="*/ 1384300 h 1600200"/>
              <a:gd name="csX29" fmla="*/ 1435100 w 2578100"/>
              <a:gd name="csY29" fmla="*/ 1422400 h 1600200"/>
              <a:gd name="csX30" fmla="*/ 1333500 w 2578100"/>
              <a:gd name="csY30" fmla="*/ 1511300 h 1600200"/>
              <a:gd name="csX31" fmla="*/ 1257300 w 2578100"/>
              <a:gd name="csY31" fmla="*/ 1562100 h 1600200"/>
              <a:gd name="csX32" fmla="*/ 1206500 w 2578100"/>
              <a:gd name="csY32" fmla="*/ 1600200 h 1600200"/>
              <a:gd name="csX33" fmla="*/ 1066800 w 2578100"/>
              <a:gd name="csY33" fmla="*/ 1536700 h 1600200"/>
              <a:gd name="csX34" fmla="*/ 1028700 w 2578100"/>
              <a:gd name="csY34" fmla="*/ 1333500 h 1600200"/>
              <a:gd name="csX35" fmla="*/ 1117600 w 2578100"/>
              <a:gd name="csY35" fmla="*/ 1231900 h 1600200"/>
              <a:gd name="csX36" fmla="*/ 1308100 w 2578100"/>
              <a:gd name="csY36" fmla="*/ 1041400 h 1600200"/>
              <a:gd name="csX37" fmla="*/ 1511300 w 2578100"/>
              <a:gd name="csY37" fmla="*/ 927100 h 1600200"/>
              <a:gd name="csX38" fmla="*/ 1765300 w 2578100"/>
              <a:gd name="csY38" fmla="*/ 800100 h 1600200"/>
              <a:gd name="csX39" fmla="*/ 1854200 w 2578100"/>
              <a:gd name="csY39" fmla="*/ 723900 h 1600200"/>
              <a:gd name="csX40" fmla="*/ 1993900 w 2578100"/>
              <a:gd name="csY40" fmla="*/ 571500 h 1600200"/>
              <a:gd name="csX41" fmla="*/ 2019300 w 2578100"/>
              <a:gd name="csY41" fmla="*/ 508000 h 1600200"/>
              <a:gd name="csX42" fmla="*/ 2006600 w 2578100"/>
              <a:gd name="csY42" fmla="*/ 317500 h 1600200"/>
              <a:gd name="csX43" fmla="*/ 1968500 w 2578100"/>
              <a:gd name="csY43" fmla="*/ 266700 h 1600200"/>
              <a:gd name="csX44" fmla="*/ 1917700 w 2578100"/>
              <a:gd name="csY44" fmla="*/ 254000 h 1600200"/>
              <a:gd name="csX45" fmla="*/ 1816100 w 2578100"/>
              <a:gd name="csY45" fmla="*/ 279400 h 1600200"/>
              <a:gd name="csX46" fmla="*/ 1790700 w 2578100"/>
              <a:gd name="csY46" fmla="*/ 317500 h 1600200"/>
              <a:gd name="csX47" fmla="*/ 1701800 w 2578100"/>
              <a:gd name="csY47" fmla="*/ 419100 h 1600200"/>
              <a:gd name="csX48" fmla="*/ 1739900 w 2578100"/>
              <a:gd name="csY48" fmla="*/ 723900 h 1600200"/>
              <a:gd name="csX49" fmla="*/ 1828800 w 2578100"/>
              <a:gd name="csY49" fmla="*/ 800100 h 1600200"/>
              <a:gd name="csX50" fmla="*/ 2006600 w 2578100"/>
              <a:gd name="csY50" fmla="*/ 977900 h 1600200"/>
              <a:gd name="csX51" fmla="*/ 2082800 w 2578100"/>
              <a:gd name="csY51" fmla="*/ 1066800 h 1600200"/>
              <a:gd name="csX52" fmla="*/ 2120900 w 2578100"/>
              <a:gd name="csY52" fmla="*/ 1092200 h 1600200"/>
              <a:gd name="csX53" fmla="*/ 2324100 w 2578100"/>
              <a:gd name="csY53" fmla="*/ 1143000 h 1600200"/>
              <a:gd name="csX54" fmla="*/ 2565400 w 2578100"/>
              <a:gd name="csY54" fmla="*/ 1028700 h 1600200"/>
              <a:gd name="csX55" fmla="*/ 2578100 w 2578100"/>
              <a:gd name="csY55" fmla="*/ 1003300 h 1600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</a:cxnLst>
            <a:rect l="l" t="t" r="r" b="b"/>
            <a:pathLst>
              <a:path w="2578100" h="1600200">
                <a:moveTo>
                  <a:pt x="0" y="914400"/>
                </a:moveTo>
                <a:cubicBezTo>
                  <a:pt x="12700" y="893233"/>
                  <a:pt x="19358" y="866964"/>
                  <a:pt x="38100" y="850900"/>
                </a:cubicBezTo>
                <a:cubicBezTo>
                  <a:pt x="81747" y="813488"/>
                  <a:pt x="93581" y="846891"/>
                  <a:pt x="127000" y="863600"/>
                </a:cubicBezTo>
                <a:cubicBezTo>
                  <a:pt x="138974" y="869587"/>
                  <a:pt x="152795" y="871027"/>
                  <a:pt x="165100" y="876300"/>
                </a:cubicBezTo>
                <a:cubicBezTo>
                  <a:pt x="182501" y="883758"/>
                  <a:pt x="198967" y="893233"/>
                  <a:pt x="215900" y="901700"/>
                </a:cubicBezTo>
                <a:cubicBezTo>
                  <a:pt x="228600" y="918633"/>
                  <a:pt x="240225" y="936429"/>
                  <a:pt x="254000" y="952500"/>
                </a:cubicBezTo>
                <a:cubicBezTo>
                  <a:pt x="265689" y="966137"/>
                  <a:pt x="278676" y="978668"/>
                  <a:pt x="292100" y="990600"/>
                </a:cubicBezTo>
                <a:cubicBezTo>
                  <a:pt x="347576" y="1039912"/>
                  <a:pt x="365526" y="1052020"/>
                  <a:pt x="419100" y="1092200"/>
                </a:cubicBezTo>
                <a:cubicBezTo>
                  <a:pt x="512233" y="1087967"/>
                  <a:pt x="605765" y="1089093"/>
                  <a:pt x="698500" y="1079500"/>
                </a:cubicBezTo>
                <a:cubicBezTo>
                  <a:pt x="729156" y="1076329"/>
                  <a:pt x="757984" y="1063293"/>
                  <a:pt x="787400" y="1054100"/>
                </a:cubicBezTo>
                <a:cubicBezTo>
                  <a:pt x="825733" y="1042121"/>
                  <a:pt x="901700" y="1016000"/>
                  <a:pt x="901700" y="1016000"/>
                </a:cubicBezTo>
                <a:cubicBezTo>
                  <a:pt x="963322" y="966702"/>
                  <a:pt x="1027505" y="923023"/>
                  <a:pt x="1079500" y="863600"/>
                </a:cubicBezTo>
                <a:cubicBezTo>
                  <a:pt x="1119701" y="817656"/>
                  <a:pt x="1136731" y="779320"/>
                  <a:pt x="1168400" y="723900"/>
                </a:cubicBezTo>
                <a:cubicBezTo>
                  <a:pt x="1197073" y="523188"/>
                  <a:pt x="1207458" y="523255"/>
                  <a:pt x="1092200" y="215900"/>
                </a:cubicBezTo>
                <a:cubicBezTo>
                  <a:pt x="1076399" y="173764"/>
                  <a:pt x="1023498" y="157705"/>
                  <a:pt x="990600" y="127000"/>
                </a:cubicBezTo>
                <a:cubicBezTo>
                  <a:pt x="860269" y="5358"/>
                  <a:pt x="953947" y="55516"/>
                  <a:pt x="787400" y="0"/>
                </a:cubicBezTo>
                <a:cubicBezTo>
                  <a:pt x="757767" y="4233"/>
                  <a:pt x="723407" y="-3904"/>
                  <a:pt x="698500" y="12700"/>
                </a:cubicBezTo>
                <a:cubicBezTo>
                  <a:pt x="679532" y="25346"/>
                  <a:pt x="673100" y="53403"/>
                  <a:pt x="673100" y="76200"/>
                </a:cubicBezTo>
                <a:cubicBezTo>
                  <a:pt x="673100" y="186592"/>
                  <a:pt x="672409" y="299136"/>
                  <a:pt x="698500" y="406400"/>
                </a:cubicBezTo>
                <a:cubicBezTo>
                  <a:pt x="711546" y="460032"/>
                  <a:pt x="754658" y="501664"/>
                  <a:pt x="787400" y="546100"/>
                </a:cubicBezTo>
                <a:cubicBezTo>
                  <a:pt x="814095" y="582328"/>
                  <a:pt x="842851" y="617596"/>
                  <a:pt x="876300" y="647700"/>
                </a:cubicBezTo>
                <a:cubicBezTo>
                  <a:pt x="886250" y="656655"/>
                  <a:pt x="901332" y="657496"/>
                  <a:pt x="914400" y="660400"/>
                </a:cubicBezTo>
                <a:cubicBezTo>
                  <a:pt x="939537" y="665986"/>
                  <a:pt x="965735" y="666406"/>
                  <a:pt x="990600" y="673100"/>
                </a:cubicBezTo>
                <a:cubicBezTo>
                  <a:pt x="1075955" y="696080"/>
                  <a:pt x="1159933" y="723900"/>
                  <a:pt x="1244600" y="749300"/>
                </a:cubicBezTo>
                <a:cubicBezTo>
                  <a:pt x="1291167" y="787400"/>
                  <a:pt x="1339331" y="823627"/>
                  <a:pt x="1384300" y="863600"/>
                </a:cubicBezTo>
                <a:cubicBezTo>
                  <a:pt x="1452205" y="923960"/>
                  <a:pt x="1502317" y="985776"/>
                  <a:pt x="1562100" y="1054100"/>
                </a:cubicBezTo>
                <a:cubicBezTo>
                  <a:pt x="1574800" y="1092200"/>
                  <a:pt x="1598376" y="1128280"/>
                  <a:pt x="1600200" y="1168400"/>
                </a:cubicBezTo>
                <a:cubicBezTo>
                  <a:pt x="1602728" y="1224023"/>
                  <a:pt x="1593332" y="1280994"/>
                  <a:pt x="1574800" y="1333500"/>
                </a:cubicBezTo>
                <a:cubicBezTo>
                  <a:pt x="1566830" y="1356082"/>
                  <a:pt x="1542182" y="1368715"/>
                  <a:pt x="1524000" y="1384300"/>
                </a:cubicBezTo>
                <a:cubicBezTo>
                  <a:pt x="1487886" y="1415255"/>
                  <a:pt x="1481829" y="1410718"/>
                  <a:pt x="1435100" y="1422400"/>
                </a:cubicBezTo>
                <a:cubicBezTo>
                  <a:pt x="1391531" y="1465969"/>
                  <a:pt x="1390352" y="1469953"/>
                  <a:pt x="1333500" y="1511300"/>
                </a:cubicBezTo>
                <a:cubicBezTo>
                  <a:pt x="1308812" y="1529255"/>
                  <a:pt x="1282309" y="1544594"/>
                  <a:pt x="1257300" y="1562100"/>
                </a:cubicBezTo>
                <a:cubicBezTo>
                  <a:pt x="1239960" y="1574238"/>
                  <a:pt x="1223433" y="1587500"/>
                  <a:pt x="1206500" y="1600200"/>
                </a:cubicBezTo>
                <a:cubicBezTo>
                  <a:pt x="1159933" y="1579033"/>
                  <a:pt x="1106499" y="1568956"/>
                  <a:pt x="1066800" y="1536700"/>
                </a:cubicBezTo>
                <a:cubicBezTo>
                  <a:pt x="994304" y="1477797"/>
                  <a:pt x="985305" y="1410648"/>
                  <a:pt x="1028700" y="1333500"/>
                </a:cubicBezTo>
                <a:cubicBezTo>
                  <a:pt x="1050762" y="1294278"/>
                  <a:pt x="1086494" y="1264420"/>
                  <a:pt x="1117600" y="1231900"/>
                </a:cubicBezTo>
                <a:cubicBezTo>
                  <a:pt x="1179674" y="1167005"/>
                  <a:pt x="1229830" y="1085427"/>
                  <a:pt x="1308100" y="1041400"/>
                </a:cubicBezTo>
                <a:cubicBezTo>
                  <a:pt x="1375833" y="1003300"/>
                  <a:pt x="1442571" y="963374"/>
                  <a:pt x="1511300" y="927100"/>
                </a:cubicBezTo>
                <a:cubicBezTo>
                  <a:pt x="1595016" y="882917"/>
                  <a:pt x="1683865" y="848358"/>
                  <a:pt x="1765300" y="800100"/>
                </a:cubicBezTo>
                <a:cubicBezTo>
                  <a:pt x="1798877" y="780203"/>
                  <a:pt x="1825521" y="750373"/>
                  <a:pt x="1854200" y="723900"/>
                </a:cubicBezTo>
                <a:cubicBezTo>
                  <a:pt x="1926118" y="657514"/>
                  <a:pt x="1932864" y="644743"/>
                  <a:pt x="1993900" y="571500"/>
                </a:cubicBezTo>
                <a:cubicBezTo>
                  <a:pt x="2002367" y="550333"/>
                  <a:pt x="2013771" y="530117"/>
                  <a:pt x="2019300" y="508000"/>
                </a:cubicBezTo>
                <a:cubicBezTo>
                  <a:pt x="2038203" y="432389"/>
                  <a:pt x="2037784" y="392341"/>
                  <a:pt x="2006600" y="317500"/>
                </a:cubicBezTo>
                <a:cubicBezTo>
                  <a:pt x="1998459" y="297962"/>
                  <a:pt x="1985724" y="279003"/>
                  <a:pt x="1968500" y="266700"/>
                </a:cubicBezTo>
                <a:cubicBezTo>
                  <a:pt x="1954297" y="256555"/>
                  <a:pt x="1934633" y="258233"/>
                  <a:pt x="1917700" y="254000"/>
                </a:cubicBezTo>
                <a:cubicBezTo>
                  <a:pt x="1883833" y="262467"/>
                  <a:pt x="1847324" y="263788"/>
                  <a:pt x="1816100" y="279400"/>
                </a:cubicBezTo>
                <a:cubicBezTo>
                  <a:pt x="1802448" y="286226"/>
                  <a:pt x="1800365" y="305687"/>
                  <a:pt x="1790700" y="317500"/>
                </a:cubicBezTo>
                <a:cubicBezTo>
                  <a:pt x="1762204" y="352329"/>
                  <a:pt x="1731433" y="385233"/>
                  <a:pt x="1701800" y="419100"/>
                </a:cubicBezTo>
                <a:cubicBezTo>
                  <a:pt x="1652625" y="542036"/>
                  <a:pt x="1644642" y="525445"/>
                  <a:pt x="1739900" y="723900"/>
                </a:cubicBezTo>
                <a:cubicBezTo>
                  <a:pt x="1756789" y="759086"/>
                  <a:pt x="1800537" y="773183"/>
                  <a:pt x="1828800" y="800100"/>
                </a:cubicBezTo>
                <a:cubicBezTo>
                  <a:pt x="1889494" y="857904"/>
                  <a:pt x="1952053" y="914262"/>
                  <a:pt x="2006600" y="977900"/>
                </a:cubicBezTo>
                <a:cubicBezTo>
                  <a:pt x="2032000" y="1007533"/>
                  <a:pt x="2055202" y="1039202"/>
                  <a:pt x="2082800" y="1066800"/>
                </a:cubicBezTo>
                <a:cubicBezTo>
                  <a:pt x="2093593" y="1077593"/>
                  <a:pt x="2106811" y="1086329"/>
                  <a:pt x="2120900" y="1092200"/>
                </a:cubicBezTo>
                <a:cubicBezTo>
                  <a:pt x="2220168" y="1133562"/>
                  <a:pt x="2227813" y="1129245"/>
                  <a:pt x="2324100" y="1143000"/>
                </a:cubicBezTo>
                <a:cubicBezTo>
                  <a:pt x="2481486" y="1103654"/>
                  <a:pt x="2461249" y="1132851"/>
                  <a:pt x="2565400" y="1028700"/>
                </a:cubicBezTo>
                <a:cubicBezTo>
                  <a:pt x="2572093" y="1022007"/>
                  <a:pt x="2573867" y="1011767"/>
                  <a:pt x="2578100" y="1003300"/>
                </a:cubicBezTo>
              </a:path>
            </a:pathLst>
          </a:custGeom>
          <a:noFill/>
          <a:ln w="57150">
            <a:solidFill>
              <a:schemeClr val="accent6">
                <a:lumMod val="75000"/>
              </a:schemeClr>
            </a:solidFill>
          </a:ln>
          <a:effectLst>
            <a:glow rad="63500">
              <a:schemeClr val="accent5">
                <a:lumMod val="40000"/>
                <a:lumOff val="6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5F1E38-5604-C346-1ADB-D996053F0B0C}"/>
              </a:ext>
            </a:extLst>
          </p:cNvPr>
          <p:cNvSpPr/>
          <p:nvPr/>
        </p:nvSpPr>
        <p:spPr>
          <a:xfrm>
            <a:off x="5887604" y="4483100"/>
            <a:ext cx="417946" cy="4064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57150">
            <a:noFill/>
          </a:ln>
          <a:effectLst>
            <a:glow rad="63500">
              <a:schemeClr val="accent5">
                <a:lumMod val="40000"/>
                <a:lumOff val="60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w="0" h="0" prst="convex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9A2AE3-0320-0991-D6F5-AA6FADFF1BFE}"/>
              </a:ext>
            </a:extLst>
          </p:cNvPr>
          <p:cNvSpPr txBox="1"/>
          <p:nvPr/>
        </p:nvSpPr>
        <p:spPr>
          <a:xfrm>
            <a:off x="230777" y="853470"/>
            <a:ext cx="1173044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Neuroprotective Peptides: A Computational Approach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Baskerville Old Face" panose="02020602080505020303" pitchFamily="18" charset="0"/>
              </a:rPr>
              <a:t>                    - Using Bioinformatics to shield the Brain from Immune stress.     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614936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632242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What’s Ahead :</a:t>
            </a:r>
          </a:p>
          <a:p>
            <a:endParaRPr lang="en-US" sz="3200" dirty="0">
              <a:solidFill>
                <a:schemeClr val="bg1"/>
              </a:solidFill>
              <a:latin typeface="Footlight MT Light" panose="0204060206030A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18011" y="1449978"/>
            <a:ext cx="1136468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Introduction to Neuroprotective peptides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Mechanism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Neuroprotective peptides : Tools and Advantages 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Case study of Parkinson’s Disease : Mechanism , Tools and Benefits of peptide therapy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Future Directions and Challenges </a:t>
            </a:r>
          </a:p>
        </p:txBody>
      </p:sp>
    </p:spTree>
    <p:extLst>
      <p:ext uri="{BB962C8B-B14F-4D97-AF65-F5344CB8AC3E}">
        <p14:creationId xmlns:p14="http://schemas.microsoft.com/office/powerpoint/2010/main" val="493734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6322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Introduction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257" y="1031967"/>
            <a:ext cx="616567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Neuroprotective peptides are short amino acids that help protect neurons against injury, degeneration and cell death.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Caused by neurological diseases and events such as ischemic stroke or neurodegenerative disorders.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Targets processes such as oxidative stress, protein aggregation, inflammation, mitochondrial dysfunction and excitotoxicity.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Due to its small size and membrane permeability, they can efficiently cross BBB making it a potential therapeutics in treatment of neurodegenerative diseases.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868" y="1615005"/>
            <a:ext cx="5164096" cy="395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380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6322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Types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5941" y="1175657"/>
            <a:ext cx="1141693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Cationic Arginine-Rich Peptides (CARP’s):  These peptides combine multiple neuroprotective peptides and act through anti-inflammatory and antioxidant effects.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Interfering Peptides (IPs): It is engineered to block specific protein - protein interactions.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Shuttle Peptides: These are synthetic peptides designed to facilitate drug or peptide transport across the blood-brain barrier.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Brain- gut peptide: Includes molecules such as PACAP, nesfatin-1 which participate in neuroprotective pathways and neurodegenerative disease models.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Peptide fragments: Small fragments of peptides that are designed to mimic the activity of larger proteins .</a:t>
            </a:r>
          </a:p>
        </p:txBody>
      </p:sp>
    </p:spTree>
    <p:extLst>
      <p:ext uri="{BB962C8B-B14F-4D97-AF65-F5344CB8AC3E}">
        <p14:creationId xmlns:p14="http://schemas.microsoft.com/office/powerpoint/2010/main" val="3920375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6322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Mechanism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70" b="91288" l="3283" r="95455"/>
                    </a14:imgEffect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523261">
            <a:off x="-741823" y="1863906"/>
            <a:ext cx="5732909" cy="38219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0000" b="100000" l="19375" r="5675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9423" y="-2487310"/>
            <a:ext cx="2969193" cy="41770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16583" y="848865"/>
            <a:ext cx="610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Anti-aggregation: Binds to misfolded proteins and prevents toxic aggregation formation.</a:t>
            </a:r>
            <a:endParaRPr lang="en-US" sz="2400" dirty="0">
              <a:latin typeface="Baskerville Old Face" panose="02020602080505020303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28049" b="93496" l="319" r="2631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736" y="1543536"/>
            <a:ext cx="3489876" cy="144530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16583" y="1915343"/>
            <a:ext cx="58848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Antioxidant action: It reduces ROS and oxidative stress as  neurons are highly sensitive to them.</a:t>
            </a:r>
            <a:endParaRPr lang="en-US" sz="2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3586" b="89774" l="5250" r="9537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9736" y="3169531"/>
            <a:ext cx="1167153" cy="10985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264331" y="3257153"/>
            <a:ext cx="61003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Mitochondrial Protection: Stabilizes mitochondrial function and prevents apoptosis.</a:t>
            </a:r>
            <a:endParaRPr lang="en-US" sz="24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611" t="14842" r="7336"/>
          <a:stretch/>
        </p:blipFill>
        <p:spPr>
          <a:xfrm>
            <a:off x="4098316" y="4551918"/>
            <a:ext cx="932790" cy="8039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264331" y="4521782"/>
            <a:ext cx="61134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Anti- Inflammatory Effects: Suppress microglial activation and inflammatory cytokines.</a:t>
            </a:r>
            <a:endParaRPr lang="en-US" sz="24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443" t="-981" r="1122" b="9501"/>
          <a:stretch/>
        </p:blipFill>
        <p:spPr>
          <a:xfrm>
            <a:off x="4095520" y="5746467"/>
            <a:ext cx="935586" cy="89919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16583" y="5699500"/>
            <a:ext cx="58848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Neurotrophic support: Promotes neuronal survival, repair and synaptic function.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51388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63224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Neuroprotective peptides: Tools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011" y="1363835"/>
            <a:ext cx="1145612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Alpha Fold / Rosetta Fold: Predicts 3D structure of peptides.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Auto Dock / Swiss Dock: Dock peptides with neurotoxic targets.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GROMACS: Molecular dynamics to test stability and binding.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ToxinPred / PepCalc: Predict toxicity and stability.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STRING / KEGG: Pathway and interaction analysis.</a:t>
            </a:r>
          </a:p>
          <a:p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657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745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Case Study: Parkinson’s Disease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011" y="1105545"/>
            <a:ext cx="113157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</a:rPr>
              <a:t>Parkinson’s disease is largely driven by </a:t>
            </a:r>
            <a:r>
              <a:rPr lang="el-G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-synuclein misfolding and aggregation.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Toxic </a:t>
            </a:r>
            <a:r>
              <a:rPr lang="el-G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-synuclein oligomers damage neurons leading to Lewy body 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Peptides are emerging as effective therapeutics as they target protein-protein interaction surfaces</a:t>
            </a: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01"/>
          <a:stretch/>
        </p:blipFill>
        <p:spPr>
          <a:xfrm>
            <a:off x="2332265" y="2952204"/>
            <a:ext cx="5544638" cy="3717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38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745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Case Study: Parkinson’s Disease Tools.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46366" y="1077685"/>
            <a:ext cx="6387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Peptide Design and Structure Prediction Tools:</a:t>
            </a:r>
          </a:p>
          <a:p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PepFols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Rosetta and </a:t>
            </a:r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AlphaFold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Structure prediction and peptide - protein interaction modeling.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31274" y="2187967"/>
            <a:ext cx="6217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Molecular Docking and Dynamics: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Auto Dock, Schrodinger, GROMACS – Tests peptide binding to </a:t>
            </a:r>
            <a:r>
              <a:rPr lang="el-G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α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-</a:t>
            </a:r>
            <a:r>
              <a:rPr lang="en-US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synuclein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membranes, enzymes and mitochondria.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869" y="3525652"/>
            <a:ext cx="6505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Toxicity and Stability Prediction: </a:t>
            </a:r>
          </a:p>
          <a:p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ToxinPred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</a:t>
            </a:r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AllerTOP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, HLP – Evaluate safety, solubility, charge.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0868" y="4392592"/>
            <a:ext cx="63877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Bioinformatics Database: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APD3, CAMP, </a:t>
            </a:r>
            <a:r>
              <a:rPr lang="en-US" dirty="0" err="1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UniProt</a:t>
            </a:r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– Retrieve known neuroprotective peptides and structural templates.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0868" y="5544223"/>
            <a:ext cx="66359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In-vitro/ Cell Tools: </a:t>
            </a:r>
          </a:p>
          <a:p>
            <a:r>
              <a:rPr lang="en-US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SH- SY5Y cell assay, ROS assay – Confirms antioxidant and anti-aggregation effects .   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5519" b="83203" l="33556" r="4614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1983" t="63309" r="52286" b="14586"/>
          <a:stretch/>
        </p:blipFill>
        <p:spPr>
          <a:xfrm>
            <a:off x="888274" y="950626"/>
            <a:ext cx="836023" cy="105038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5367" b="61196" l="32088" r="66159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7829" t="9638" r="29582" b="33075"/>
          <a:stretch/>
        </p:blipFill>
        <p:spPr>
          <a:xfrm>
            <a:off x="888274" y="2168644"/>
            <a:ext cx="1423851" cy="862148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2889" b="82667" l="14667" r="8533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3922" t="14979" r="14498" b="13440"/>
          <a:stretch/>
        </p:blipFill>
        <p:spPr>
          <a:xfrm>
            <a:off x="1040685" y="3488370"/>
            <a:ext cx="683612" cy="683613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685" y="4624435"/>
            <a:ext cx="579109" cy="57910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7393" b="82879" l="19898" r="84694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347" t="9177" r="12682" b="13980"/>
          <a:stretch/>
        </p:blipFill>
        <p:spPr>
          <a:xfrm>
            <a:off x="888274" y="5544223"/>
            <a:ext cx="600891" cy="86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268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745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Case Study: Parkinson’s Disease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011" y="1146265"/>
            <a:ext cx="1146918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Neuroprotective Peptide- Exendin-4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Exendin-4 is an GLP-1 ( Glucagon- Like Peptide) analog.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It was initially used in type 2 diabetes which is now repurposed for neuroprotection in PD.</a:t>
            </a:r>
          </a:p>
          <a:p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Mechanism: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Exendin-4  activates GLP-1 receptors in dopaminergic neurons.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Leads to reduction in inflammation and oxidative stress.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Which enhances mitochondrial function and neuronal survival.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That improves dopamine signaling and motor function in PD.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  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6159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745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Case Study: Parkinson’s Disease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011" y="1146265"/>
            <a:ext cx="1146918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Neuroprotective Peptide- Exendin-4 Tools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In Vitro: SH-SY5Y dopaminergic neuron assays for cell survival, ROS reduction.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In Vivo: Rodent PD models are used to asses motor function and neuron preservation.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Clinical Relevance: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Early clinical trials indicates improved motor scores and potential disease modifying effects.</a:t>
            </a:r>
          </a:p>
          <a:p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499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745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Case Study: Parkinson’s Disease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011" y="1159328"/>
            <a:ext cx="114691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Benefits of neuroprotective peptides:</a:t>
            </a:r>
          </a:p>
          <a:p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Targets multiple disease pathways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all at once.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Has high </a:t>
            </a: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specifity and low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toxicity compared to other therapeutics.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Cell membrane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permeability, so can cross BBB.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Promotes neuronal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recovery as protein aggregation is blocked.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Potential for disease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modification and therapeutics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86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745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Future Directions and challenges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011" y="1146265"/>
            <a:ext cx="114691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Improves Brain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delivery of drugs.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Enhances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stability of the peptide or drug when bound with these peptides.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Designing highly specific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peptides reduces experimental trials.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Large scale clinical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testing reduces time and cost.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Combining peptides with existing PD </a:t>
            </a:r>
            <a:r>
              <a:rPr lang="en-US" sz="2400" dirty="0" smtClean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therapies.</a:t>
            </a:r>
            <a:endParaRPr lang="en-US" sz="2400" dirty="0">
              <a:solidFill>
                <a:schemeClr val="bg1"/>
              </a:solidFill>
              <a:latin typeface="Baskerville Old Face" panose="02020602080505020303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6162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18011" y="222069"/>
            <a:ext cx="74588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Footlight MT Light" panose="0204060206030A020304" pitchFamily="18" charset="0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56016" y="2397993"/>
            <a:ext cx="295873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Baskerville Old Face" panose="02020602080505020303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3259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1932</TotalTime>
  <Words>746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Baskerville Old Face</vt:lpstr>
      <vt:lpstr>Calibri</vt:lpstr>
      <vt:lpstr>Calibri Light</vt:lpstr>
      <vt:lpstr>Footlight MT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1234</dc:creator>
  <cp:lastModifiedBy>1234</cp:lastModifiedBy>
  <cp:revision>70</cp:revision>
  <dcterms:created xsi:type="dcterms:W3CDTF">2025-10-06T16:18:22Z</dcterms:created>
  <dcterms:modified xsi:type="dcterms:W3CDTF">2025-12-14T18:14:51Z</dcterms:modified>
</cp:coreProperties>
</file>